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09" r:id="rId2"/>
    <p:sldId id="1785" r:id="rId3"/>
    <p:sldId id="1786" r:id="rId4"/>
    <p:sldId id="1787" r:id="rId5"/>
    <p:sldId id="818" r:id="rId6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9900"/>
    <a:srgbClr val="1B6DA5"/>
    <a:srgbClr val="FFCC99"/>
    <a:srgbClr val="00CC00"/>
    <a:srgbClr val="33CC33"/>
    <a:srgbClr val="F2F2F2"/>
    <a:srgbClr val="EFFFB3"/>
    <a:srgbClr val="636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2987" autoAdjust="0"/>
  </p:normalViewPr>
  <p:slideViewPr>
    <p:cSldViewPr snapToGrid="0">
      <p:cViewPr varScale="1">
        <p:scale>
          <a:sx n="114" d="100"/>
          <a:sy n="114" d="100"/>
        </p:scale>
        <p:origin x="1272" y="-90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866576"/>
          </a:xfrm>
        </p:spPr>
        <p:txBody>
          <a:bodyPr anchor="t"/>
          <a:lstStyle/>
          <a:p>
            <a:pPr algn="ctr">
              <a:lnSpc>
                <a:spcPct val="150000"/>
              </a:lnSpc>
            </a:pPr>
            <a:r>
              <a:rPr lang="en-US" altLang="ko-KR" sz="3600" dirty="0"/>
              <a:t>2</a:t>
            </a:r>
            <a:r>
              <a:rPr lang="ko-KR" altLang="en-US" sz="3600" dirty="0"/>
              <a:t>팀 </a:t>
            </a:r>
            <a:r>
              <a:rPr lang="en-US" altLang="ko-KR" sz="3600" dirty="0"/>
              <a:t>(Software) </a:t>
            </a:r>
            <a:br>
              <a:rPr lang="en-US" altLang="ko-KR" sz="3600" dirty="0"/>
            </a:br>
            <a:r>
              <a:rPr lang="ko-KR" altLang="en-US" sz="3600" dirty="0"/>
              <a:t>업무현황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dirty="0"/>
              <a:t>2020. 10. 15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EE375-71EF-4D59-8CEB-7DEE411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W42 – SW </a:t>
            </a:r>
            <a:r>
              <a:rPr lang="ko-KR" altLang="en-US" dirty="0"/>
              <a:t>주간</a:t>
            </a:r>
            <a:r>
              <a:rPr lang="en-US" altLang="ko-KR" dirty="0"/>
              <a:t> </a:t>
            </a:r>
            <a:r>
              <a:rPr lang="ko-KR" altLang="en-US" dirty="0"/>
              <a:t>업무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23BB16-2FC0-41AD-AA7A-2DD4F481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36405"/>
              </p:ext>
            </p:extLst>
          </p:nvPr>
        </p:nvGraphicFramePr>
        <p:xfrm>
          <a:off x="233363" y="981078"/>
          <a:ext cx="8666160" cy="578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378">
                  <a:extLst>
                    <a:ext uri="{9D8B030D-6E8A-4147-A177-3AD203B41FA5}">
                      <a16:colId xmlns:a16="http://schemas.microsoft.com/office/drawing/2014/main" val="3525870986"/>
                    </a:ext>
                  </a:extLst>
                </a:gridCol>
                <a:gridCol w="3741490">
                  <a:extLst>
                    <a:ext uri="{9D8B030D-6E8A-4147-A177-3AD203B41FA5}">
                      <a16:colId xmlns:a16="http://schemas.microsoft.com/office/drawing/2014/main" val="859442770"/>
                    </a:ext>
                  </a:extLst>
                </a:gridCol>
                <a:gridCol w="3589292">
                  <a:extLst>
                    <a:ext uri="{9D8B030D-6E8A-4147-A177-3AD203B41FA5}">
                      <a16:colId xmlns:a16="http://schemas.microsoft.com/office/drawing/2014/main" val="3862309279"/>
                    </a:ext>
                  </a:extLst>
                </a:gridCol>
              </a:tblGrid>
              <a:tr h="33390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11804"/>
                  </a:ext>
                </a:extLst>
              </a:tr>
              <a:tr h="1252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최상림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U-Boot </a:t>
                      </a:r>
                      <a:r>
                        <a:rPr lang="ko-KR" altLang="en-US" sz="1200" dirty="0"/>
                        <a:t>수정 완료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시험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대기 중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MRAM Address </a:t>
                      </a:r>
                      <a:r>
                        <a:rPr lang="ko-KR" altLang="en-US" sz="1200" dirty="0"/>
                        <a:t>설계 검증 완료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HYU </a:t>
                      </a:r>
                      <a:r>
                        <a:rPr lang="ko-KR" altLang="en-US" sz="1200" dirty="0"/>
                        <a:t>출장 </a:t>
                      </a:r>
                      <a:r>
                        <a:rPr lang="en-US" altLang="ko-KR" sz="1200" dirty="0"/>
                        <a:t>: DTNE </a:t>
                      </a:r>
                      <a:r>
                        <a:rPr lang="ko-KR" altLang="en-US" sz="1200" dirty="0"/>
                        <a:t>통신 속도 검증 완료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ko-KR" altLang="en-US" sz="1200" dirty="0"/>
                        <a:t>진도 확인 및 문제점 파악 </a:t>
                      </a:r>
                      <a:r>
                        <a:rPr lang="en-US" altLang="ko-KR" sz="1200" dirty="0"/>
                        <a:t>F/U</a:t>
                      </a:r>
                      <a:br>
                        <a:rPr lang="en-US" altLang="ko-KR" sz="1200" dirty="0"/>
                      </a:b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U-boot</a:t>
                      </a:r>
                      <a:r>
                        <a:rPr lang="ko-KR" altLang="en-US" sz="1200" dirty="0"/>
                        <a:t>  동작 검증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시험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DHCC : Issue F/U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C4PI    : </a:t>
                      </a:r>
                      <a:r>
                        <a:rPr lang="ko-KR" altLang="en-US" sz="1200" dirty="0"/>
                        <a:t>기 구현 </a:t>
                      </a:r>
                      <a:r>
                        <a:rPr lang="en-US" altLang="ko-KR" sz="1200" dirty="0"/>
                        <a:t>S/W </a:t>
                      </a:r>
                      <a:r>
                        <a:rPr lang="ko-KR" altLang="en-US" sz="1200" dirty="0"/>
                        <a:t>분석 진행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 err="1"/>
                        <a:t>SpaceWire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기능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05359"/>
                  </a:ext>
                </a:extLst>
              </a:tr>
              <a:tr h="1072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정연조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SRAM </a:t>
                      </a:r>
                      <a:r>
                        <a:rPr lang="ko-KR" altLang="en-US" sz="1200" dirty="0"/>
                        <a:t>영역 정상 동작 검증 완료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MKPROM</a:t>
                      </a:r>
                      <a:r>
                        <a:rPr lang="ko-KR" altLang="en-US" sz="1200" dirty="0"/>
                        <a:t>을 이용 </a:t>
                      </a:r>
                      <a:r>
                        <a:rPr lang="en-US" altLang="ko-KR" sz="1200" dirty="0"/>
                        <a:t>CPU Register </a:t>
                      </a:r>
                      <a:r>
                        <a:rPr lang="ko-KR" altLang="en-US" sz="1200" dirty="0"/>
                        <a:t>설정 없이 </a:t>
                      </a:r>
                      <a:r>
                        <a:rPr lang="en-US" altLang="ko-KR" sz="1200" dirty="0"/>
                        <a:t>CPU Initialize</a:t>
                      </a:r>
                      <a:r>
                        <a:rPr lang="ko-KR" altLang="en-US" sz="1200" dirty="0"/>
                        <a:t> 할 때 중요 </a:t>
                      </a:r>
                      <a:r>
                        <a:rPr lang="en-US" altLang="ko-KR" sz="1200" dirty="0"/>
                        <a:t>Register </a:t>
                      </a:r>
                      <a:r>
                        <a:rPr lang="ko-KR" altLang="en-US" sz="1200" dirty="0"/>
                        <a:t>설정 할 수 있도록 프로그램 수정 중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RTEMS Based Device Driver Bring up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(Memory Control Unit </a:t>
                      </a:r>
                      <a:r>
                        <a:rPr lang="ko-KR" altLang="en-US" sz="1200" dirty="0"/>
                        <a:t>부터 시작 예정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54520"/>
                  </a:ext>
                </a:extLst>
              </a:tr>
              <a:tr h="1320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신정한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en-US" altLang="ko-KR" sz="1200" dirty="0" err="1"/>
                        <a:t>Labview</a:t>
                      </a:r>
                      <a:r>
                        <a:rPr lang="en-US" altLang="ko-KR" sz="1200" dirty="0"/>
                        <a:t> Source Code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S/W Mega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Traffic </a:t>
                      </a:r>
                      <a:r>
                        <a:rPr lang="ko-KR" altLang="en-US" sz="1200" dirty="0"/>
                        <a:t>수신 시 </a:t>
                      </a:r>
                      <a:r>
                        <a:rPr lang="en-US" altLang="ko-KR" sz="1200" dirty="0"/>
                        <a:t>Hang </a:t>
                      </a:r>
                      <a:r>
                        <a:rPr lang="ko-KR" altLang="en-US" sz="1200" dirty="0"/>
                        <a:t>현상 발생하여 원인 분석 중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25PE</a:t>
                      </a:r>
                      <a:r>
                        <a:rPr lang="ko-KR" altLang="en-US" sz="1200" dirty="0"/>
                        <a:t> 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PCTS v2.0 </a:t>
                      </a:r>
                      <a:r>
                        <a:rPr lang="ko-KR" altLang="en-US" sz="1200" dirty="0"/>
                        <a:t>테스트 </a:t>
                      </a:r>
                      <a:r>
                        <a:rPr lang="en-US" altLang="ko-KR" sz="1200" dirty="0"/>
                        <a:t>&amp; PCTS Ramp up </a:t>
                      </a:r>
                      <a:r>
                        <a:rPr lang="ko-KR" altLang="en-US" sz="1200" dirty="0"/>
                        <a:t>테스트 대응 준비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AIT </a:t>
                      </a:r>
                      <a:r>
                        <a:rPr lang="ko-KR" altLang="en-US" sz="1200" dirty="0"/>
                        <a:t>프로그램 동작 흐름도 작성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Aging </a:t>
                      </a:r>
                      <a:r>
                        <a:rPr lang="ko-KR" altLang="en-US" sz="1200" dirty="0"/>
                        <a:t>시험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시험 결과 보고서 작성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COSMOS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LabView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Source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20695"/>
                  </a:ext>
                </a:extLst>
              </a:tr>
              <a:tr h="1354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이우림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- XDM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점검 </a:t>
                      </a:r>
                      <a:r>
                        <a:rPr lang="en-US" altLang="ko-KR" sz="1200" dirty="0"/>
                        <a:t>(KARI)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31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3FD79-F9F2-4F75-9B0A-45891CBD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RTEMS Base Memory Map </a:t>
            </a:r>
            <a:r>
              <a:rPr lang="ko-KR" altLang="en-US" dirty="0"/>
              <a:t>구성 완료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5D53D71-035F-429E-B379-B49373985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919" y="1309687"/>
            <a:ext cx="7639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9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ECCAC-B365-4B36-9EE1-F11453A9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RTEMS Base Memory Control</a:t>
            </a:r>
            <a:r>
              <a:rPr lang="ko-KR" altLang="en-US" dirty="0"/>
              <a:t> </a:t>
            </a:r>
            <a:r>
              <a:rPr lang="en-US" altLang="ko-KR" dirty="0"/>
              <a:t>– Tech Note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CF9E139-1FF0-4921-BDFB-17A65372A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136661"/>
            <a:ext cx="8666162" cy="8768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06DDDA-09C2-40E7-873B-B9AB6615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70799"/>
            <a:ext cx="9144000" cy="22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3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DTNE AGING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6"/>
            <a:ext cx="8694737" cy="5419724"/>
          </a:xfrm>
        </p:spPr>
        <p:txBody>
          <a:bodyPr/>
          <a:lstStyle/>
          <a:p>
            <a:r>
              <a:rPr lang="ko-KR" altLang="en-US" dirty="0"/>
              <a:t>시험 방법</a:t>
            </a:r>
            <a:endParaRPr lang="en-US" altLang="ko-KR" dirty="0"/>
          </a:p>
          <a:p>
            <a:pPr lvl="1"/>
            <a:r>
              <a:rPr lang="ko-KR" altLang="en-US" dirty="0"/>
              <a:t>시험 시간 </a:t>
            </a:r>
            <a:r>
              <a:rPr lang="en-US" altLang="ko-KR" dirty="0"/>
              <a:t>: </a:t>
            </a:r>
            <a:r>
              <a:rPr lang="ko-KR" altLang="en-US" dirty="0"/>
              <a:t>전원 </a:t>
            </a:r>
            <a:r>
              <a:rPr lang="en-US" altLang="ko-KR" dirty="0"/>
              <a:t>On </a:t>
            </a:r>
            <a:r>
              <a:rPr lang="ko-KR" altLang="en-US" dirty="0"/>
              <a:t>상태로 반복시험 </a:t>
            </a:r>
            <a:r>
              <a:rPr lang="en-US" altLang="ko-KR" dirty="0">
                <a:solidFill>
                  <a:srgbClr val="0000FF"/>
                </a:solidFill>
              </a:rPr>
              <a:t>3 days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1"/>
            <a:r>
              <a:rPr lang="ko-KR" altLang="en-US" dirty="0"/>
              <a:t>시험 수행 </a:t>
            </a:r>
            <a:r>
              <a:rPr lang="en-US" altLang="ko-KR" dirty="0"/>
              <a:t>: </a:t>
            </a:r>
            <a:r>
              <a:rPr lang="ko-KR" altLang="en-US" dirty="0"/>
              <a:t>동작을 확인할 수 있는 </a:t>
            </a:r>
            <a:r>
              <a:rPr lang="en-US" altLang="ko-KR" dirty="0">
                <a:solidFill>
                  <a:srgbClr val="0000FF"/>
                </a:solidFill>
              </a:rPr>
              <a:t>TC Set</a:t>
            </a:r>
            <a:r>
              <a:rPr lang="ko-KR" altLang="en-US" dirty="0"/>
              <a:t>을 반복 수행</a:t>
            </a:r>
            <a:endParaRPr lang="en-US" altLang="ko-KR" dirty="0"/>
          </a:p>
          <a:p>
            <a:pPr lvl="1"/>
            <a:r>
              <a:rPr lang="ko-KR" altLang="en-US" dirty="0"/>
              <a:t>시험 로그 </a:t>
            </a:r>
            <a:r>
              <a:rPr lang="en-US" altLang="ko-KR" dirty="0"/>
              <a:t>: EGSE</a:t>
            </a:r>
            <a:r>
              <a:rPr lang="ko-KR" altLang="en-US" dirty="0"/>
              <a:t>를 이용한 자동 로그</a:t>
            </a:r>
            <a:r>
              <a:rPr lang="en-US" altLang="ko-KR" dirty="0"/>
              <a:t>(TC </a:t>
            </a:r>
            <a:r>
              <a:rPr lang="ko-KR" altLang="en-US" dirty="0"/>
              <a:t>및 </a:t>
            </a:r>
            <a:r>
              <a:rPr lang="en-US" altLang="ko-KR" dirty="0"/>
              <a:t>TM)</a:t>
            </a:r>
          </a:p>
          <a:p>
            <a:endParaRPr lang="en-US" altLang="ko-KR" dirty="0"/>
          </a:p>
          <a:p>
            <a:r>
              <a:rPr lang="ko-KR" altLang="en-US" dirty="0"/>
              <a:t>판정 기준</a:t>
            </a:r>
            <a:endParaRPr lang="en-US" altLang="ko-KR" dirty="0"/>
          </a:p>
          <a:p>
            <a:pPr lvl="1"/>
            <a:r>
              <a:rPr lang="ko-KR" altLang="en-US" dirty="0"/>
              <a:t>수행한 모든 </a:t>
            </a:r>
            <a:r>
              <a:rPr lang="en-US" altLang="ko-KR" dirty="0"/>
              <a:t>TC</a:t>
            </a:r>
            <a:r>
              <a:rPr lang="ko-KR" altLang="en-US" dirty="0"/>
              <a:t>에 대해 정상 </a:t>
            </a:r>
            <a:r>
              <a:rPr lang="en-US" altLang="ko-KR" dirty="0"/>
              <a:t>TM </a:t>
            </a:r>
            <a:r>
              <a:rPr lang="ko-KR" altLang="en-US" dirty="0"/>
              <a:t>여부 확인 </a:t>
            </a:r>
            <a:endParaRPr lang="en-US" altLang="ko-KR" dirty="0"/>
          </a:p>
          <a:p>
            <a:pPr lvl="1"/>
            <a:r>
              <a:rPr lang="ko-KR" altLang="en-US" dirty="0"/>
              <a:t>반복적인 </a:t>
            </a:r>
            <a:r>
              <a:rPr lang="en-US" altLang="ko-KR" dirty="0"/>
              <a:t>S/W Reset </a:t>
            </a:r>
            <a:r>
              <a:rPr lang="ko-KR" altLang="en-US" dirty="0"/>
              <a:t>에 대해서 정상 동작 여부 확인</a:t>
            </a:r>
            <a:endParaRPr lang="en-US" altLang="ko-KR" dirty="0"/>
          </a:p>
          <a:p>
            <a:pPr lvl="1"/>
            <a:r>
              <a:rPr lang="en-US" altLang="ko-KR" dirty="0"/>
              <a:t>U-Boot </a:t>
            </a:r>
            <a:r>
              <a:rPr lang="ko-KR" altLang="en-US" dirty="0"/>
              <a:t>정상적으로 </a:t>
            </a:r>
            <a:r>
              <a:rPr lang="en-US" altLang="ko-KR" dirty="0"/>
              <a:t>Memory Control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를 설정 하여</a:t>
            </a:r>
            <a:br>
              <a:rPr lang="en-US" altLang="ko-KR" dirty="0"/>
            </a:br>
            <a:r>
              <a:rPr lang="ko-KR" altLang="en-US" dirty="0"/>
              <a:t>정상적으로 </a:t>
            </a:r>
            <a:r>
              <a:rPr lang="en-US" altLang="ko-KR" dirty="0"/>
              <a:t>Booting </a:t>
            </a:r>
            <a:r>
              <a:rPr lang="ko-KR" altLang="en-US" dirty="0"/>
              <a:t>되는지 확인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시험 결과 </a:t>
            </a:r>
            <a:r>
              <a:rPr lang="en-US" altLang="ko-KR" dirty="0"/>
              <a:t>: </a:t>
            </a:r>
            <a:r>
              <a:rPr lang="ko-KR" altLang="en-US" dirty="0"/>
              <a:t>정상 동작 확인 완료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1516FC-A4D6-406D-82EF-A47BD5C7F338}"/>
              </a:ext>
            </a:extLst>
          </p:cNvPr>
          <p:cNvSpPr txBox="1"/>
          <p:nvPr/>
        </p:nvSpPr>
        <p:spPr>
          <a:xfrm>
            <a:off x="3341330" y="6852137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30s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대기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5D79456-19C0-4B6A-9B5C-7CC125C68A29}"/>
              </a:ext>
            </a:extLst>
          </p:cNvPr>
          <p:cNvGrpSpPr/>
          <p:nvPr/>
        </p:nvGrpSpPr>
        <p:grpSpPr>
          <a:xfrm>
            <a:off x="6743013" y="1439197"/>
            <a:ext cx="2090493" cy="5067238"/>
            <a:chOff x="6933362" y="1474528"/>
            <a:chExt cx="1697268" cy="471884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AB86CE3-6887-47DA-A159-533198DAE618}"/>
                </a:ext>
              </a:extLst>
            </p:cNvPr>
            <p:cNvGrpSpPr/>
            <p:nvPr/>
          </p:nvGrpSpPr>
          <p:grpSpPr>
            <a:xfrm>
              <a:off x="6933362" y="1474528"/>
              <a:ext cx="1697268" cy="4486276"/>
              <a:chOff x="2346597" y="1143543"/>
              <a:chExt cx="1777347" cy="5400133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8AA51DD-69DC-4B08-B253-9968D9125D68}"/>
                  </a:ext>
                </a:extLst>
              </p:cNvPr>
              <p:cNvSpPr/>
              <p:nvPr/>
            </p:nvSpPr>
            <p:spPr bwMode="auto">
              <a:xfrm>
                <a:off x="2544651" y="1239424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F3F40C4-7962-4293-B1C2-DC673FA68101}"/>
                  </a:ext>
                </a:extLst>
              </p:cNvPr>
              <p:cNvSpPr/>
              <p:nvPr/>
            </p:nvSpPr>
            <p:spPr bwMode="auto">
              <a:xfrm>
                <a:off x="2544651" y="1647763"/>
                <a:ext cx="1350170" cy="2829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9E002DD-99BF-482D-8B84-A87C5B33B34A}"/>
                  </a:ext>
                </a:extLst>
              </p:cNvPr>
              <p:cNvSpPr/>
              <p:nvPr/>
            </p:nvSpPr>
            <p:spPr bwMode="auto">
              <a:xfrm>
                <a:off x="2544645" y="2085017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8EEFE3F-3B66-4E91-9015-675F20C2F15D}"/>
                  </a:ext>
                </a:extLst>
              </p:cNvPr>
              <p:cNvSpPr/>
              <p:nvPr/>
            </p:nvSpPr>
            <p:spPr bwMode="auto">
              <a:xfrm>
                <a:off x="2544646" y="2483248"/>
                <a:ext cx="1350170" cy="3098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807B279-A7D6-4A65-A565-965DA290F5C5}"/>
                  </a:ext>
                </a:extLst>
              </p:cNvPr>
              <p:cNvSpPr/>
              <p:nvPr/>
            </p:nvSpPr>
            <p:spPr bwMode="auto">
              <a:xfrm>
                <a:off x="2544645" y="2937612"/>
                <a:ext cx="1350168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ION Start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8546859-15A3-4C4C-ABA5-6DBF17B1F1A7}"/>
                  </a:ext>
                </a:extLst>
              </p:cNvPr>
              <p:cNvSpPr/>
              <p:nvPr/>
            </p:nvSpPr>
            <p:spPr bwMode="auto">
              <a:xfrm>
                <a:off x="2544645" y="3347068"/>
                <a:ext cx="1350166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04CED5E2-8D3C-4C4F-876A-8FB3B715F5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928" y="1497345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793418-23D8-4A8B-9B68-E1C91EA69F55}"/>
                  </a:ext>
                </a:extLst>
              </p:cNvPr>
              <p:cNvSpPr txBox="1"/>
              <p:nvPr/>
            </p:nvSpPr>
            <p:spPr>
              <a:xfrm>
                <a:off x="3231765" y="360158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74FAC258-31C4-4B78-8699-101360705392}"/>
                  </a:ext>
                </a:extLst>
              </p:cNvPr>
              <p:cNvSpPr/>
              <p:nvPr/>
            </p:nvSpPr>
            <p:spPr bwMode="auto">
              <a:xfrm>
                <a:off x="2544653" y="3845710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E6B829D-B9A1-458D-AC13-A8F6F9690EF9}"/>
                  </a:ext>
                </a:extLst>
              </p:cNvPr>
              <p:cNvSpPr/>
              <p:nvPr/>
            </p:nvSpPr>
            <p:spPr bwMode="auto">
              <a:xfrm>
                <a:off x="2544653" y="4248469"/>
                <a:ext cx="1358900" cy="2812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256D9E2-9243-40BE-BBE8-8BA74065620A}"/>
                  </a:ext>
                </a:extLst>
              </p:cNvPr>
              <p:cNvSpPr/>
              <p:nvPr/>
            </p:nvSpPr>
            <p:spPr bwMode="auto">
              <a:xfrm>
                <a:off x="2535911" y="4680155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A089BA9-FCFC-444A-8F62-9D3E4B83EC5C}"/>
                  </a:ext>
                </a:extLst>
              </p:cNvPr>
              <p:cNvSpPr/>
              <p:nvPr/>
            </p:nvSpPr>
            <p:spPr bwMode="auto">
              <a:xfrm>
                <a:off x="2535911" y="5091532"/>
                <a:ext cx="1376363" cy="2967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D5FF604A-D680-47FB-8A2B-2C07B02702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102489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B6CBE9C-7C3F-40BF-B9DA-3244299C8A13}"/>
                  </a:ext>
                </a:extLst>
              </p:cNvPr>
              <p:cNvSpPr/>
              <p:nvPr/>
            </p:nvSpPr>
            <p:spPr bwMode="auto">
              <a:xfrm>
                <a:off x="2535910" y="5531211"/>
                <a:ext cx="1350179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killm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E03E2A3B-F18B-4C48-905D-4252C6CD44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1931182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D44402C3-97FB-4296-9C16-AD4F993290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2341796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3382D8D5-24D3-4CBB-B104-713A49C8CB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101" y="278677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F70937FE-1B5F-4CD6-BFC0-D02A07D53FE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319439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7EC57B67-AA44-42AE-8B27-F36D2709AFB8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 bwMode="auto">
              <a:xfrm>
                <a:off x="3224103" y="3620225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6535482F-7455-4ED8-9D74-78E9068750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5834" y="452973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F744628C-6A6B-43B7-873B-5D1B15526E5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936934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EBF965BF-5BB2-4803-B6A9-9BF4C22691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38827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7637DC5-1B20-4033-AA29-21AD7262D580}"/>
                  </a:ext>
                </a:extLst>
              </p:cNvPr>
              <p:cNvSpPr/>
              <p:nvPr/>
            </p:nvSpPr>
            <p:spPr bwMode="auto">
              <a:xfrm>
                <a:off x="2535909" y="5939816"/>
                <a:ext cx="1339685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9E154CC8-E565-4B1A-A64E-EE0696A4C5A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787990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667825C1-BC2D-4AC3-B672-A7C4871536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6212973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D46EC33-3BB2-4010-8D66-A43F34430DE1}"/>
                  </a:ext>
                </a:extLst>
              </p:cNvPr>
              <p:cNvSpPr txBox="1"/>
              <p:nvPr/>
            </p:nvSpPr>
            <p:spPr>
              <a:xfrm>
                <a:off x="3229370" y="622411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30014F2-BF11-4DC1-B007-D2CD5DBBF2F8}"/>
                  </a:ext>
                </a:extLst>
              </p:cNvPr>
              <p:cNvSpPr/>
              <p:nvPr/>
            </p:nvSpPr>
            <p:spPr bwMode="auto">
              <a:xfrm>
                <a:off x="2346597" y="1143543"/>
                <a:ext cx="1777347" cy="5400133"/>
              </a:xfrm>
              <a:prstGeom prst="rect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2E6A40-F44B-48FF-9D85-C1D7C4639A9A}"/>
                </a:ext>
              </a:extLst>
            </p:cNvPr>
            <p:cNvSpPr txBox="1"/>
            <p:nvPr/>
          </p:nvSpPr>
          <p:spPr>
            <a:xfrm>
              <a:off x="7618214" y="5935418"/>
              <a:ext cx="520851" cy="2579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FF"/>
                  </a:solidFill>
                </a:rPr>
                <a:t>TC Set</a:t>
              </a:r>
              <a:endParaRPr lang="ko-KR" altLang="en-US" sz="12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31E7419-B1D1-4F7D-A74E-999178DA91D0}"/>
              </a:ext>
            </a:extLst>
          </p:cNvPr>
          <p:cNvSpPr/>
          <p:nvPr/>
        </p:nvSpPr>
        <p:spPr bwMode="auto">
          <a:xfrm>
            <a:off x="7630973" y="1031729"/>
            <a:ext cx="198965" cy="13886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D2964C0-6B0D-4A58-B45B-84368931ACCB}"/>
              </a:ext>
            </a:extLst>
          </p:cNvPr>
          <p:cNvSpPr/>
          <p:nvPr/>
        </p:nvSpPr>
        <p:spPr bwMode="auto">
          <a:xfrm>
            <a:off x="7625786" y="1215696"/>
            <a:ext cx="198965" cy="1388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4A4B08-249F-4A50-9D76-E34B83F4233A}"/>
              </a:ext>
            </a:extLst>
          </p:cNvPr>
          <p:cNvSpPr txBox="1"/>
          <p:nvPr/>
        </p:nvSpPr>
        <p:spPr>
          <a:xfrm>
            <a:off x="7788260" y="1004522"/>
            <a:ext cx="1117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TC (EGSE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--&gt;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DTNPL)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515B4C-6D00-4919-867B-6EF5877129BA}"/>
              </a:ext>
            </a:extLst>
          </p:cNvPr>
          <p:cNvSpPr txBox="1"/>
          <p:nvPr/>
        </p:nvSpPr>
        <p:spPr>
          <a:xfrm>
            <a:off x="7788260" y="1184219"/>
            <a:ext cx="10807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TM (DTNPL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EGSE)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  <p:pic>
        <p:nvPicPr>
          <p:cNvPr id="42" name="table">
            <a:extLst>
              <a:ext uri="{FF2B5EF4-FFF2-40B4-BE49-F238E27FC236}">
                <a16:creationId xmlns:a16="http://schemas.microsoft.com/office/drawing/2014/main" id="{D16880BF-FDE9-4F04-B1E1-CA26BA25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70" y="4640472"/>
            <a:ext cx="6108836" cy="14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880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68693</TotalTime>
  <Words>385</Words>
  <Application>Microsoft Office PowerPoint</Application>
  <PresentationFormat>화면 슬라이드 쇼(4:3)</PresentationFormat>
  <Paragraphs>62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굴림</vt:lpstr>
      <vt:lpstr>맑은 고딕</vt:lpstr>
      <vt:lpstr>Arial</vt:lpstr>
      <vt:lpstr>Times New Roman</vt:lpstr>
      <vt:lpstr>Wingdings</vt:lpstr>
      <vt:lpstr>기본 디자인</vt:lpstr>
      <vt:lpstr>2팀 (Software)  업무현황</vt:lpstr>
      <vt:lpstr>W42 – SW 주간 업무</vt:lpstr>
      <vt:lpstr>RTEMS Base Memory Map 구성 완료</vt:lpstr>
      <vt:lpstr>RTEMS Base Memory Control – Tech Note</vt:lpstr>
      <vt:lpstr>DTNE AGING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2382</cp:revision>
  <cp:lastPrinted>2019-05-20T07:28:10Z</cp:lastPrinted>
  <dcterms:created xsi:type="dcterms:W3CDTF">1601-01-01T00:00:00Z</dcterms:created>
  <dcterms:modified xsi:type="dcterms:W3CDTF">2020-10-15T01:31:28Z</dcterms:modified>
</cp:coreProperties>
</file>