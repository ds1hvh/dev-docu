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1209" r:id="rId2"/>
    <p:sldId id="1788" r:id="rId3"/>
    <p:sldId id="1790" r:id="rId4"/>
    <p:sldId id="1789" r:id="rId5"/>
  </p:sldIdLst>
  <p:sldSz cx="9144000" cy="6858000" type="screen4x3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009900"/>
    <a:srgbClr val="1B6DA5"/>
    <a:srgbClr val="FFCC99"/>
    <a:srgbClr val="00CC00"/>
    <a:srgbClr val="33CC33"/>
    <a:srgbClr val="F2F2F2"/>
    <a:srgbClr val="EFFFB3"/>
    <a:srgbClr val="6368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2987" autoAdjust="0"/>
  </p:normalViewPr>
  <p:slideViewPr>
    <p:cSldViewPr snapToGrid="0">
      <p:cViewPr varScale="1">
        <p:scale>
          <a:sx n="114" d="100"/>
          <a:sy n="114" d="100"/>
        </p:scale>
        <p:origin x="582" y="96"/>
      </p:cViewPr>
      <p:guideLst>
        <p:guide orient="horz" pos="2160"/>
        <p:guide pos="3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1" d="100"/>
          <a:sy n="71" d="100"/>
        </p:scale>
        <p:origin x="2400" y="6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5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6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7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0D0299D-B60A-4896-8397-6469664CBFF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85985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2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4" y="4714878"/>
            <a:ext cx="4984750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9751"/>
            <a:ext cx="2946400" cy="496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17" tIns="45709" rIns="91417" bIns="45709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9CEF302-C0C4-41F5-9E57-DF55FCB3FB84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587763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98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3006090" y="622300"/>
            <a:ext cx="5570220" cy="1470025"/>
          </a:xfrm>
        </p:spPr>
        <p:txBody>
          <a:bodyPr lIns="91440" tIns="45720" rIns="91440" bIns="45720"/>
          <a:lstStyle>
            <a:lvl1pPr>
              <a:defRPr sz="3000">
                <a:latin typeface="+mj-lt"/>
              </a:defRPr>
            </a:lvl1pPr>
          </a:lstStyle>
          <a:p>
            <a:pPr lvl="0"/>
            <a:r>
              <a:rPr lang="en-US" altLang="ko-KR" noProof="0" dirty="0"/>
              <a:t>Arial Black 30 font &amp; Bold</a:t>
            </a:r>
          </a:p>
        </p:txBody>
      </p:sp>
      <p:sp>
        <p:nvSpPr>
          <p:cNvPr id="15399" name="Rectangle 39"/>
          <p:cNvSpPr>
            <a:spLocks noGrp="1" noChangeArrowheads="1"/>
          </p:cNvSpPr>
          <p:nvPr>
            <p:ph type="subTitle" idx="1"/>
          </p:nvPr>
        </p:nvSpPr>
        <p:spPr>
          <a:xfrm>
            <a:off x="3006090" y="3886200"/>
            <a:ext cx="4766310" cy="1752600"/>
          </a:xfrm>
        </p:spPr>
        <p:txBody>
          <a:bodyPr lIns="91440" tIns="45720" rIns="91440" bIns="45720" anchor="ctr"/>
          <a:lstStyle>
            <a:lvl1pPr marL="0" indent="0" algn="ctr">
              <a:buFontTx/>
              <a:buNone/>
              <a:defRPr sz="2400"/>
            </a:lvl1pPr>
          </a:lstStyle>
          <a:p>
            <a:pPr lvl="0"/>
            <a:r>
              <a:rPr lang="en-US" altLang="ko-KR" noProof="0" dirty="0"/>
              <a:t>Arial 24 font &amp; Bold</a:t>
            </a:r>
          </a:p>
        </p:txBody>
      </p:sp>
      <p:pic>
        <p:nvPicPr>
          <p:cNvPr id="21" name="그림 20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9915" y="6510338"/>
            <a:ext cx="947582" cy="276225"/>
          </a:xfrm>
          <a:prstGeom prst="rect">
            <a:avLst/>
          </a:prstGeom>
        </p:spPr>
      </p:pic>
      <p:sp>
        <p:nvSpPr>
          <p:cNvPr id="23" name="Line 84"/>
          <p:cNvSpPr>
            <a:spLocks noChangeShapeType="1"/>
          </p:cNvSpPr>
          <p:nvPr userDrawn="1"/>
        </p:nvSpPr>
        <p:spPr bwMode="auto">
          <a:xfrm>
            <a:off x="230696" y="6842760"/>
            <a:ext cx="8913303" cy="0"/>
          </a:xfrm>
          <a:prstGeom prst="line">
            <a:avLst/>
          </a:prstGeom>
          <a:noFill/>
          <a:ln w="25400">
            <a:solidFill>
              <a:srgbClr val="000338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</p:spTree>
    <p:extLst>
      <p:ext uri="{BB962C8B-B14F-4D97-AF65-F5344CB8AC3E}">
        <p14:creationId xmlns:p14="http://schemas.microsoft.com/office/powerpoint/2010/main" val="36381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1600"/>
            </a:lvl2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503634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B5C1B240-8930-4347-9EDB-DB33EF9CA41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54712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33363" y="981075"/>
            <a:ext cx="4256087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1850" y="981075"/>
            <a:ext cx="4257675" cy="52482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58955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바닥글 개체 틀 6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054CD70C-7F67-4367-9FDF-206008AB283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9" name="날짜 개체 틀 8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2343138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DCE243E3-F0B5-437D-ADC4-C0F1BFD6693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918881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바닥글 개체 틀 1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1E4831DA-CFB9-4C15-9A7C-5CCA7DDD4A0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1529777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48721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EF079343-1D4C-4350-8921-D61C8EBC773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426601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705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34175" y="131763"/>
            <a:ext cx="2165350" cy="60975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33363" y="131763"/>
            <a:ext cx="6348412" cy="60975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>
          <a:xfrm>
            <a:off x="3124200" y="6400800"/>
            <a:ext cx="28956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>
          <a:xfrm>
            <a:off x="7010400" y="6400800"/>
            <a:ext cx="1905000" cy="4572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K3-PDR-ID#-</a:t>
            </a:r>
            <a:fld id="{FE64E568-A02E-4C51-8193-5D7193BC92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날짜 개체 틀 5"/>
          <p:cNvSpPr>
            <a:spLocks noGrp="1"/>
          </p:cNvSpPr>
          <p:nvPr>
            <p:ph type="dt" sz="half" idx="12"/>
          </p:nvPr>
        </p:nvSpPr>
        <p:spPr>
          <a:xfrm>
            <a:off x="152400" y="6510338"/>
            <a:ext cx="2743200" cy="381000"/>
          </a:xfrm>
          <a:prstGeom prst="rect">
            <a:avLst/>
          </a:prstGeom>
        </p:spPr>
        <p:txBody>
          <a:bodyPr/>
          <a:lstStyle>
            <a:lvl1pPr algn="ctr" eaLnBrk="1" latinLnBrk="1" hangingPunct="1">
              <a:defRPr/>
            </a:lvl1pPr>
          </a:lstStyle>
          <a:p>
            <a:pPr>
              <a:defRPr/>
            </a:pPr>
            <a:r>
              <a:rPr lang="en-US" altLang="ko-KR"/>
              <a:t>KOMPSAT-3 PDR</a:t>
            </a:r>
          </a:p>
          <a:p>
            <a:pPr>
              <a:defRPr/>
            </a:pPr>
            <a:r>
              <a:rPr lang="en-US" altLang="ko-KR"/>
              <a:t>[Title of Presentation] </a:t>
            </a:r>
          </a:p>
        </p:txBody>
      </p:sp>
    </p:spTree>
    <p:extLst>
      <p:ext uri="{BB962C8B-B14F-4D97-AF65-F5344CB8AC3E}">
        <p14:creationId xmlns:p14="http://schemas.microsoft.com/office/powerpoint/2010/main" val="3193557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82"/>
          <p:cNvSpPr>
            <a:spLocks noChangeShapeType="1"/>
          </p:cNvSpPr>
          <p:nvPr userDrawn="1"/>
        </p:nvSpPr>
        <p:spPr bwMode="auto">
          <a:xfrm>
            <a:off x="228600" y="6480175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27" name="Line 84"/>
          <p:cNvSpPr>
            <a:spLocks noChangeShapeType="1"/>
          </p:cNvSpPr>
          <p:nvPr userDrawn="1"/>
        </p:nvSpPr>
        <p:spPr bwMode="auto">
          <a:xfrm>
            <a:off x="228600" y="6477000"/>
            <a:ext cx="8686800" cy="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b="0"/>
          </a:p>
        </p:txBody>
      </p:sp>
      <p:sp>
        <p:nvSpPr>
          <p:cNvPr id="1032" name="Rectangle 93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131763"/>
            <a:ext cx="698754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24 font &amp; bold</a:t>
            </a:r>
          </a:p>
        </p:txBody>
      </p:sp>
      <p:sp>
        <p:nvSpPr>
          <p:cNvPr id="1033" name="Rectangle 9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3363" y="981075"/>
            <a:ext cx="866616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Arial 18 font &amp; bold</a:t>
            </a:r>
          </a:p>
          <a:p>
            <a:pPr lvl="1"/>
            <a:r>
              <a:rPr lang="en-US" altLang="ko-KR" dirty="0"/>
              <a:t>Arial 16 font &amp; bold</a:t>
            </a:r>
            <a:endParaRPr lang="ko-KR" altLang="en-US" dirty="0"/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5" name="Text Box 86"/>
          <p:cNvSpPr txBox="1">
            <a:spLocks noChangeArrowheads="1"/>
          </p:cNvSpPr>
          <p:nvPr userDrawn="1"/>
        </p:nvSpPr>
        <p:spPr bwMode="auto">
          <a:xfrm>
            <a:off x="3829050" y="6510338"/>
            <a:ext cx="1485900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algn="ctr">
                <a:solidFill>
                  <a:schemeClr val="accent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1pPr>
            <a:lvl2pPr marL="742950" indent="-28575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2pPr>
            <a:lvl3pPr marL="11430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3pPr>
            <a:lvl4pPr marL="16002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4pPr>
            <a:lvl5pPr marL="2057400" indent="-228600" algn="ctr" latinLnBrk="1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fld id="{BD253322-42C0-4748-AAA5-F0068379097A}" type="slidenum">
              <a:rPr lang="en-US" altLang="ko-KR" sz="1200" b="0" smtClean="0">
                <a:solidFill>
                  <a:schemeClr val="tx1"/>
                </a:solidFill>
                <a:latin typeface="Arial" panose="020B0604020202020204" pitchFamily="34" charset="0"/>
                <a:ea typeface="바탕체" panose="02030609000101010101" pitchFamily="17" charset="-127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ko-KR" sz="1200" b="0" dirty="0">
              <a:solidFill>
                <a:schemeClr val="tx1"/>
              </a:solidFill>
              <a:latin typeface="Arial" panose="020B0604020202020204" pitchFamily="34" charset="0"/>
              <a:ea typeface="바탕체" panose="02030609000101010101" pitchFamily="17" charset="-127"/>
              <a:cs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9915" y="6510338"/>
            <a:ext cx="947582" cy="276225"/>
          </a:xfrm>
          <a:prstGeom prst="rect">
            <a:avLst/>
          </a:prstGeom>
        </p:spPr>
      </p:pic>
      <p:sp>
        <p:nvSpPr>
          <p:cNvPr id="16" name="Line 89"/>
          <p:cNvSpPr>
            <a:spLocks noChangeShapeType="1"/>
          </p:cNvSpPr>
          <p:nvPr userDrawn="1"/>
        </p:nvSpPr>
        <p:spPr bwMode="auto">
          <a:xfrm flipV="1">
            <a:off x="228600" y="876300"/>
            <a:ext cx="8686800" cy="0"/>
          </a:xfrm>
          <a:prstGeom prst="line">
            <a:avLst/>
          </a:prstGeom>
          <a:noFill/>
          <a:ln w="57150">
            <a:gradFill flip="none" rotWithShape="1">
              <a:gsLst>
                <a:gs pos="0">
                  <a:schemeClr val="accent6"/>
                </a:gs>
                <a:gs pos="50000">
                  <a:schemeClr val="accent6">
                    <a:lumMod val="22000"/>
                    <a:lumOff val="78000"/>
                  </a:schemeClr>
                </a:gs>
                <a:gs pos="100000">
                  <a:srgbClr val="7030A0"/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1"/>
              <a:tileRect/>
            </a:gra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5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</p:sldLayoutIdLst>
  <p:hf hdr="0" ftr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 b="1" kern="1200" baseline="0">
          <a:solidFill>
            <a:schemeClr val="tx2"/>
          </a:solidFill>
          <a:latin typeface="Arial" panose="020B0604020202020204" pitchFamily="34" charset="0"/>
          <a:ea typeface="맑은 고딕" panose="020B0503020000020004" pitchFamily="50" charset="-127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2"/>
          </a:solidFill>
          <a:latin typeface="Arial" panose="020B0604020202020204" pitchFamily="34" charset="0"/>
          <a:ea typeface="굴림" panose="020B0600000101010101" pitchFamily="50" charset="-127"/>
        </a:defRPr>
      </a:lvl9pPr>
    </p:titleStyle>
    <p:bodyStyle>
      <a:lvl1pPr marL="190500" indent="-190500" algn="l" rtl="0" eaLnBrk="0" fontAlgn="base" latinLnBrk="1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umimoji="1" b="1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1pPr>
      <a:lvl2pPr marL="538163" indent="-1905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2pPr>
      <a:lvl3pPr marL="896938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6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3pPr>
      <a:lvl4pPr marL="1255713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4pPr>
      <a:lvl5pPr marL="1614488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400" b="0" kern="1200" baseline="0">
          <a:solidFill>
            <a:schemeClr val="tx1"/>
          </a:solidFill>
          <a:latin typeface="Arial" panose="020B0604020202020204" pitchFamily="34" charset="0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722906" y="1958975"/>
            <a:ext cx="6137910" cy="1866576"/>
          </a:xfrm>
        </p:spPr>
        <p:txBody>
          <a:bodyPr anchor="t"/>
          <a:lstStyle/>
          <a:p>
            <a:pPr algn="ctr">
              <a:lnSpc>
                <a:spcPct val="150000"/>
              </a:lnSpc>
            </a:pPr>
            <a:r>
              <a:rPr lang="en-US" altLang="ko-KR" sz="3600" dirty="0"/>
              <a:t>2</a:t>
            </a:r>
            <a:r>
              <a:rPr lang="ko-KR" altLang="en-US" sz="3600" dirty="0"/>
              <a:t>팀 </a:t>
            </a:r>
            <a:r>
              <a:rPr lang="en-US" altLang="ko-KR" sz="3600" dirty="0"/>
              <a:t>(Software) </a:t>
            </a:r>
            <a:br>
              <a:rPr lang="en-US" altLang="ko-KR" sz="3600" dirty="0"/>
            </a:br>
            <a:r>
              <a:rPr lang="ko-KR" altLang="en-US" sz="3600" dirty="0"/>
              <a:t>업무현황</a:t>
            </a:r>
            <a:endParaRPr lang="ko-KR" altLang="en-US" sz="2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722906" y="5094514"/>
            <a:ext cx="6137910" cy="907558"/>
          </a:xfrm>
        </p:spPr>
        <p:txBody>
          <a:bodyPr/>
          <a:lstStyle/>
          <a:p>
            <a:r>
              <a:rPr lang="en-US" altLang="ko-KR" dirty="0"/>
              <a:t>2020. 10. 15</a:t>
            </a:r>
          </a:p>
        </p:txBody>
      </p:sp>
    </p:spTree>
    <p:extLst>
      <p:ext uri="{BB962C8B-B14F-4D97-AF65-F5344CB8AC3E}">
        <p14:creationId xmlns:p14="http://schemas.microsoft.com/office/powerpoint/2010/main" val="3136763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7EE375-71EF-4D59-8CEB-7DEE411B5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W43 – SW </a:t>
            </a:r>
            <a:r>
              <a:rPr lang="ko-KR" altLang="en-US" dirty="0"/>
              <a:t>주간</a:t>
            </a:r>
            <a:r>
              <a:rPr lang="en-US" altLang="ko-KR" dirty="0"/>
              <a:t> </a:t>
            </a:r>
            <a:r>
              <a:rPr lang="ko-KR" altLang="en-US" dirty="0"/>
              <a:t>업무</a:t>
            </a: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4923BB16-2FC0-41AD-AA7A-2DD4F48110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1526544"/>
              </p:ext>
            </p:extLst>
          </p:nvPr>
        </p:nvGraphicFramePr>
        <p:xfrm>
          <a:off x="233363" y="981078"/>
          <a:ext cx="8666160" cy="5600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378">
                  <a:extLst>
                    <a:ext uri="{9D8B030D-6E8A-4147-A177-3AD203B41FA5}">
                      <a16:colId xmlns:a16="http://schemas.microsoft.com/office/drawing/2014/main" val="3525870986"/>
                    </a:ext>
                  </a:extLst>
                </a:gridCol>
                <a:gridCol w="3741490">
                  <a:extLst>
                    <a:ext uri="{9D8B030D-6E8A-4147-A177-3AD203B41FA5}">
                      <a16:colId xmlns:a16="http://schemas.microsoft.com/office/drawing/2014/main" val="859442770"/>
                    </a:ext>
                  </a:extLst>
                </a:gridCol>
                <a:gridCol w="3589292">
                  <a:extLst>
                    <a:ext uri="{9D8B030D-6E8A-4147-A177-3AD203B41FA5}">
                      <a16:colId xmlns:a16="http://schemas.microsoft.com/office/drawing/2014/main" val="3862309279"/>
                    </a:ext>
                  </a:extLst>
                </a:gridCol>
              </a:tblGrid>
              <a:tr h="333909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W42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W43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2611804"/>
                  </a:ext>
                </a:extLst>
              </a:tr>
              <a:tr h="12521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최상림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 : </a:t>
                      </a:r>
                      <a:r>
                        <a:rPr lang="ko-KR" altLang="en-US" sz="1200" dirty="0"/>
                        <a:t>진행 사항 없음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DHCC : UI</a:t>
                      </a:r>
                      <a:r>
                        <a:rPr lang="ko-KR" altLang="en-US" sz="1200" dirty="0"/>
                        <a:t> 프로그램 </a:t>
                      </a:r>
                      <a:r>
                        <a:rPr lang="en-US" altLang="ko-KR" sz="1200" dirty="0"/>
                        <a:t>Proto Typing 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SAX1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SPI</a:t>
                      </a:r>
                      <a:r>
                        <a:rPr lang="ko-KR" altLang="en-US" sz="1200" dirty="0"/>
                        <a:t> 통신 동작 확인 완료 </a:t>
                      </a:r>
                      <a:r>
                        <a:rPr lang="en-US" altLang="ko-KR" sz="1200" dirty="0"/>
                        <a:t>w </a:t>
                      </a:r>
                      <a:r>
                        <a:rPr lang="ko-KR" altLang="en-US" sz="1200" dirty="0"/>
                        <a:t>조수형 </a:t>
                      </a:r>
                      <a:br>
                        <a:rPr lang="en-US" altLang="ko-KR" sz="1200" dirty="0"/>
                      </a:br>
                      <a:br>
                        <a:rPr lang="en-US" altLang="ko-KR" sz="1200" dirty="0"/>
                      </a:b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/>
                        <a:t>DHCC : Issue F/U &amp; UI </a:t>
                      </a:r>
                      <a:r>
                        <a:rPr lang="ko-KR" altLang="en-US" sz="1200" dirty="0"/>
                        <a:t>프로그램 작업</a:t>
                      </a:r>
                      <a:endParaRPr lang="en-US" altLang="ko-KR" sz="120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dirty="0"/>
                        <a:t>C4PI    : </a:t>
                      </a:r>
                      <a:r>
                        <a:rPr lang="ko-KR" altLang="en-US" sz="1200" dirty="0"/>
                        <a:t>기 구현 </a:t>
                      </a:r>
                      <a:r>
                        <a:rPr lang="en-US" altLang="ko-KR" sz="1200" dirty="0"/>
                        <a:t>S/W </a:t>
                      </a:r>
                      <a:r>
                        <a:rPr lang="ko-KR" altLang="en-US" sz="1200" dirty="0"/>
                        <a:t>분석 진행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205359"/>
                  </a:ext>
                </a:extLst>
              </a:tr>
              <a:tr h="10729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정연조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Platform : SRAM </a:t>
                      </a:r>
                      <a:r>
                        <a:rPr lang="ko-KR" altLang="en-US" sz="1200" dirty="0"/>
                        <a:t>영역 정상 동작 검증 완료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: RTEMS Based Device Driver Bring up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(Memory Control Unit </a:t>
                      </a:r>
                      <a:r>
                        <a:rPr lang="ko-KR" altLang="en-US" sz="1200" dirty="0"/>
                        <a:t>부터 시작 예정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154520"/>
                  </a:ext>
                </a:extLst>
              </a:tr>
              <a:tr h="13200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신정한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DHCC : </a:t>
                      </a:r>
                      <a:r>
                        <a:rPr lang="en-US" altLang="ko-KR" sz="1200" dirty="0" err="1"/>
                        <a:t>Labview</a:t>
                      </a:r>
                      <a:r>
                        <a:rPr lang="en-US" altLang="ko-KR" sz="1200" dirty="0"/>
                        <a:t> Source Code </a:t>
                      </a:r>
                      <a:r>
                        <a:rPr lang="ko-KR" altLang="en-US" sz="1200" dirty="0"/>
                        <a:t>수정 </a:t>
                      </a:r>
                      <a:br>
                        <a:rPr lang="en-US" altLang="ko-KR" sz="1200" dirty="0"/>
                      </a:br>
                      <a:r>
                        <a:rPr lang="ko-KR" altLang="en-US" sz="1200" dirty="0"/>
                        <a:t>             신규 </a:t>
                      </a:r>
                      <a:r>
                        <a:rPr lang="en-US" altLang="ko-KR" sz="1200" dirty="0"/>
                        <a:t>B/D </a:t>
                      </a:r>
                      <a:r>
                        <a:rPr lang="ko-KR" altLang="en-US" sz="1200" dirty="0"/>
                        <a:t>에서 동작 할 수 있도록 수정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DTNE : 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EGSE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S/W Mega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Traffic </a:t>
                      </a:r>
                      <a:r>
                        <a:rPr lang="ko-KR" altLang="en-US" sz="1200" dirty="0"/>
                        <a:t>수신 시 </a:t>
                      </a:r>
                      <a:r>
                        <a:rPr lang="en-US" altLang="ko-KR" sz="1200" dirty="0"/>
                        <a:t>Hang </a:t>
                      </a:r>
                      <a:r>
                        <a:rPr lang="ko-KR" altLang="en-US" sz="1200" dirty="0"/>
                        <a:t>현상 발생하여 원인 분석 완료 </a:t>
                      </a:r>
                      <a:r>
                        <a:rPr lang="en-US" altLang="ko-KR" sz="1200" dirty="0"/>
                        <a:t>Release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25PE</a:t>
                      </a:r>
                      <a:r>
                        <a:rPr lang="ko-KR" altLang="en-US" sz="1200" dirty="0"/>
                        <a:t>  </a:t>
                      </a:r>
                      <a:r>
                        <a:rPr lang="en-US" altLang="ko-KR" sz="1200" dirty="0"/>
                        <a:t>:</a:t>
                      </a:r>
                      <a:r>
                        <a:rPr lang="ko-KR" altLang="en-US" sz="1200" dirty="0"/>
                        <a:t> 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AIT </a:t>
                      </a:r>
                      <a:r>
                        <a:rPr lang="ko-KR" altLang="en-US" sz="1200" dirty="0"/>
                        <a:t>프로그램 동작 흐름도 작성 중</a:t>
                      </a:r>
                      <a:br>
                        <a:rPr lang="en-US" altLang="ko-KR" sz="1200" dirty="0"/>
                      </a:br>
                      <a:r>
                        <a:rPr lang="en-US" altLang="ko-KR" sz="1200" dirty="0"/>
                        <a:t>             </a:t>
                      </a:r>
                      <a:r>
                        <a:rPr lang="ko-KR" altLang="en-US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COSMOS </a:t>
                      </a:r>
                      <a:r>
                        <a:rPr lang="ko-KR" altLang="en-US" sz="1200" dirty="0"/>
                        <a:t>분석</a:t>
                      </a:r>
                      <a:endParaRPr lang="en-US" altLang="ko-KR" sz="12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1200" dirty="0"/>
                        <a:t>DHCC :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LabView</a:t>
                      </a:r>
                      <a:r>
                        <a:rPr lang="ko-KR" altLang="en-US" sz="1200" dirty="0"/>
                        <a:t> </a:t>
                      </a:r>
                      <a:r>
                        <a:rPr lang="en-US" altLang="ko-KR" sz="1200" dirty="0"/>
                        <a:t>Source </a:t>
                      </a:r>
                      <a:r>
                        <a:rPr lang="ko-KR" altLang="en-US" sz="1200" dirty="0"/>
                        <a:t>수정</a:t>
                      </a:r>
                      <a:endParaRPr lang="en-US" altLang="ko-K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20695"/>
                  </a:ext>
                </a:extLst>
              </a:tr>
              <a:tr h="13549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이우림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- CAS500 </a:t>
                      </a:r>
                      <a:r>
                        <a:rPr lang="ko-KR" altLang="en-US" sz="1200" dirty="0"/>
                        <a:t>리허설 업무 지원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COSMOS </a:t>
                      </a:r>
                      <a:r>
                        <a:rPr lang="ko-KR" altLang="en-US" sz="1200" dirty="0"/>
                        <a:t>분석 세미나 진행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59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407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A163B-6432-464A-881A-7B53BA64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DHCC </a:t>
            </a:r>
            <a:r>
              <a:rPr lang="ko-KR" altLang="en-US" dirty="0"/>
              <a:t>영상 처리 프로그램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EB088A8-44F8-46F3-A1F4-D0040BDDA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3363" y="5128305"/>
            <a:ext cx="8666162" cy="1331217"/>
          </a:xfrm>
        </p:spPr>
        <p:txBody>
          <a:bodyPr/>
          <a:lstStyle/>
          <a:p>
            <a:r>
              <a:rPr lang="en-US" altLang="ko-KR" dirty="0" err="1"/>
              <a:t>openCV</a:t>
            </a:r>
            <a:r>
              <a:rPr lang="ko-KR" altLang="en-US" dirty="0"/>
              <a:t>를 이용하여 영상처리를 할 수 있도록 진행 </a:t>
            </a:r>
            <a:endParaRPr lang="en-US" altLang="ko-KR" dirty="0"/>
          </a:p>
          <a:p>
            <a:pPr lvl="1"/>
            <a:r>
              <a:rPr lang="ko-KR" altLang="en-US" dirty="0"/>
              <a:t>현재 동영상 </a:t>
            </a:r>
            <a:r>
              <a:rPr lang="en-US" altLang="ko-KR" dirty="0"/>
              <a:t>Capture </a:t>
            </a:r>
            <a:r>
              <a:rPr lang="ko-KR" altLang="en-US" dirty="0"/>
              <a:t>부분까지 구현 완료</a:t>
            </a:r>
            <a:r>
              <a:rPr lang="en-US" altLang="ko-KR" dirty="0"/>
              <a:t>. Histogram </a:t>
            </a:r>
            <a:r>
              <a:rPr lang="ko-KR" altLang="en-US" dirty="0"/>
              <a:t>구현 중 </a:t>
            </a:r>
            <a:endParaRPr lang="en-US" altLang="ko-KR" dirty="0"/>
          </a:p>
          <a:p>
            <a:r>
              <a:rPr lang="en-US" altLang="ko-KR" dirty="0"/>
              <a:t>RAW </a:t>
            </a:r>
            <a:r>
              <a:rPr lang="ko-KR" altLang="en-US" dirty="0"/>
              <a:t>데이터 변환</a:t>
            </a:r>
            <a:r>
              <a:rPr lang="en-US" altLang="ko-KR" dirty="0"/>
              <a:t>, </a:t>
            </a:r>
            <a:r>
              <a:rPr lang="ko-KR" altLang="en-US" dirty="0"/>
              <a:t>저장 및 설정 변경 부분 차주 구현 예정</a:t>
            </a:r>
            <a:endParaRPr lang="en-US" altLang="ko-KR" dirty="0"/>
          </a:p>
          <a:p>
            <a:r>
              <a:rPr lang="en-US" altLang="ko-KR" dirty="0"/>
              <a:t>TCP Socket </a:t>
            </a:r>
            <a:r>
              <a:rPr lang="ko-KR" altLang="en-US" dirty="0"/>
              <a:t>차주 구현 예정</a:t>
            </a:r>
          </a:p>
        </p:txBody>
      </p:sp>
      <p:pic>
        <p:nvPicPr>
          <p:cNvPr id="7" name="내용 개체 틀 4">
            <a:extLst>
              <a:ext uri="{FF2B5EF4-FFF2-40B4-BE49-F238E27FC236}">
                <a16:creationId xmlns:a16="http://schemas.microsoft.com/office/drawing/2014/main" id="{1257ED76-A401-440A-AF92-6A82F3315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8600" y="1008328"/>
            <a:ext cx="8666162" cy="411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4503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A550D8-7572-4415-9AFC-FFA7EF08D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Action</a:t>
            </a:r>
            <a:r>
              <a:rPr lang="ko-KR" altLang="en-US" dirty="0"/>
              <a:t> </a:t>
            </a:r>
            <a:r>
              <a:rPr lang="en-US" altLang="ko-KR" dirty="0"/>
              <a:t>Item</a:t>
            </a:r>
            <a:endParaRPr lang="ko-KR" altLang="en-US" dirty="0"/>
          </a:p>
        </p:txBody>
      </p:sp>
      <p:pic>
        <p:nvPicPr>
          <p:cNvPr id="4" name="내용 개체 틀 3">
            <a:extLst>
              <a:ext uri="{FF2B5EF4-FFF2-40B4-BE49-F238E27FC236}">
                <a16:creationId xmlns:a16="http://schemas.microsoft.com/office/drawing/2014/main" id="{FA7253D0-F345-4B3B-98A6-06A748766D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1195727"/>
            <a:ext cx="8666162" cy="238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30783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57150" cap="flat" cmpd="sng" algn="ctr">
          <a:solidFill>
            <a:schemeClr val="accent2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68841</TotalTime>
  <Words>194</Words>
  <Application>Microsoft Office PowerPoint</Application>
  <PresentationFormat>화면 슬라이드 쇼(4:3)</PresentationFormat>
  <Paragraphs>29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굴림</vt:lpstr>
      <vt:lpstr>Arial</vt:lpstr>
      <vt:lpstr>Times New Roman</vt:lpstr>
      <vt:lpstr>Wingdings</vt:lpstr>
      <vt:lpstr>기본 디자인</vt:lpstr>
      <vt:lpstr>2팀 (Software)  업무현황</vt:lpstr>
      <vt:lpstr>W43 – SW 주간 업무</vt:lpstr>
      <vt:lpstr>DHCC 영상 처리 프로그램</vt:lpstr>
      <vt:lpstr>Action Item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한동인</dc:creator>
  <cp:lastModifiedBy>최 상림</cp:lastModifiedBy>
  <cp:revision>2391</cp:revision>
  <cp:lastPrinted>2019-05-20T07:28:10Z</cp:lastPrinted>
  <dcterms:created xsi:type="dcterms:W3CDTF">1601-01-01T00:00:00Z</dcterms:created>
  <dcterms:modified xsi:type="dcterms:W3CDTF">2020-10-22T01:47:27Z</dcterms:modified>
</cp:coreProperties>
</file>