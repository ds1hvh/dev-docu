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423" r:id="rId2"/>
    <p:sldId id="1088" r:id="rId3"/>
    <p:sldId id="1089" r:id="rId4"/>
    <p:sldId id="1090" r:id="rId5"/>
    <p:sldId id="795" r:id="rId6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07" d="100"/>
          <a:sy n="107" d="100"/>
        </p:scale>
        <p:origin x="546" y="66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6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7" tIns="45713" rIns="91427" bIns="45713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515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5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243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Weekly Progress Report </a:t>
            </a:r>
            <a:r>
              <a:rPr lang="en-US" altLang="ko-KR" sz="3200" b="0" dirty="0"/>
              <a:t>(WPR_2020.07.08)</a:t>
            </a:r>
            <a:br>
              <a:rPr lang="en-US" altLang="ko-KR" sz="3200" dirty="0"/>
            </a:b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’20.07.02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>
          <a:xfrm>
            <a:off x="252413" y="2857500"/>
            <a:ext cx="8615362" cy="1114425"/>
          </a:xfrm>
          <a:solidFill>
            <a:srgbClr val="00FF00">
              <a:alpha val="31764"/>
            </a:srgbClr>
          </a:solidFill>
        </p:spPr>
        <p:txBody>
          <a:bodyPr anchor="ctr" anchorCtr="1"/>
          <a:lstStyle/>
          <a:p>
            <a:pPr marL="0" indent="0">
              <a:buNone/>
            </a:pPr>
            <a:r>
              <a:rPr lang="en-US" altLang="ko-KR" sz="2400" dirty="0"/>
              <a:t>TRR </a:t>
            </a:r>
            <a:r>
              <a:rPr lang="ko-KR" altLang="en-US" sz="2400" dirty="0"/>
              <a:t>준비</a:t>
            </a:r>
            <a:endParaRPr lang="en-US" altLang="ko-KR" sz="2400" dirty="0"/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247650" y="2855913"/>
            <a:ext cx="86360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247650" y="3959225"/>
            <a:ext cx="8636000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26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추진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일정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en-US" altLang="ko-KR" dirty="0"/>
              <a:t>TRR</a:t>
            </a:r>
            <a:r>
              <a:rPr lang="ko-KR" altLang="en-US" dirty="0"/>
              <a:t> 준비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5CAE569C-9DA9-48AD-915D-E3234B1D6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540956"/>
              </p:ext>
            </p:extLst>
          </p:nvPr>
        </p:nvGraphicFramePr>
        <p:xfrm>
          <a:off x="233362" y="1452040"/>
          <a:ext cx="8677275" cy="448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3781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5517624">
                  <a:extLst>
                    <a:ext uri="{9D8B030D-6E8A-4147-A177-3AD203B41FA5}">
                      <a16:colId xmlns:a16="http://schemas.microsoft.com/office/drawing/2014/main" val="1607014701"/>
                    </a:ext>
                  </a:extLst>
                </a:gridCol>
                <a:gridCol w="625723">
                  <a:extLst>
                    <a:ext uri="{9D8B030D-6E8A-4147-A177-3AD203B41FA5}">
                      <a16:colId xmlns:a16="http://schemas.microsoft.com/office/drawing/2014/main" val="1115942735"/>
                    </a:ext>
                  </a:extLst>
                </a:gridCol>
                <a:gridCol w="1090147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</a:tblGrid>
              <a:tr h="254164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4207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Procedure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 문서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(DTN Payload Test Procedures)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검토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7/8(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264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확인시험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 대비 확인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(Test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Procedure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기반 시험을 통한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 Procedure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확인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  <a:tr h="3765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확인시험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FM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시험 및 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TRR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자료에 결과 수록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51870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기술문서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 Payload Test Procedures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 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Software Requirement Specification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 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 Software Technical Description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 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 Software Test Plan &amp; Procedures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 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 Software Test Results (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작성필요</a:t>
                      </a: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EGSE Specifications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 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EGSE Technical Descriptions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업데이트 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14379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환경시험 문서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Flight Model EMI/EMC Test Procedure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Flight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Model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Thermal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Procedure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 Flight Model Vibration Test Procedure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Short Functional Test Procedure 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환경시험 중 수행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작성필요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485009"/>
                  </a:ext>
                </a:extLst>
              </a:tr>
              <a:tr h="4452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발표자료 작성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초안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오대수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오대수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7/8(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1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26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추진</a:t>
            </a:r>
            <a:r>
              <a:rPr lang="en-US" altLang="ko-KR" dirty="0">
                <a:latin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</a:rPr>
              <a:t>일정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en-US" altLang="ko-KR" dirty="0"/>
              <a:t>TRR</a:t>
            </a:r>
            <a:r>
              <a:rPr lang="ko-KR" altLang="en-US" dirty="0"/>
              <a:t> 및 이후 일정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5CAE569C-9DA9-48AD-915D-E3234B1D6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560237"/>
              </p:ext>
            </p:extLst>
          </p:nvPr>
        </p:nvGraphicFramePr>
        <p:xfrm>
          <a:off x="273630" y="1503182"/>
          <a:ext cx="8596739" cy="32338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41">
                  <a:extLst>
                    <a:ext uri="{9D8B030D-6E8A-4147-A177-3AD203B41FA5}">
                      <a16:colId xmlns:a16="http://schemas.microsoft.com/office/drawing/2014/main" val="2244330596"/>
                    </a:ext>
                  </a:extLst>
                </a:gridCol>
                <a:gridCol w="1241899">
                  <a:extLst>
                    <a:ext uri="{9D8B030D-6E8A-4147-A177-3AD203B41FA5}">
                      <a16:colId xmlns:a16="http://schemas.microsoft.com/office/drawing/2014/main" val="3758502224"/>
                    </a:ext>
                  </a:extLst>
                </a:gridCol>
                <a:gridCol w="1828251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1570641">
                  <a:extLst>
                    <a:ext uri="{9D8B030D-6E8A-4147-A177-3AD203B41FA5}">
                      <a16:colId xmlns:a16="http://schemas.microsoft.com/office/drawing/2014/main" val="1764098865"/>
                    </a:ext>
                  </a:extLst>
                </a:gridCol>
                <a:gridCol w="1672683">
                  <a:extLst>
                    <a:ext uri="{9D8B030D-6E8A-4147-A177-3AD203B41FA5}">
                      <a16:colId xmlns:a16="http://schemas.microsoft.com/office/drawing/2014/main" val="1607014701"/>
                    </a:ext>
                  </a:extLst>
                </a:gridCol>
                <a:gridCol w="1737924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</a:tblGrid>
              <a:tr h="359317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5988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(Test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Readiness Review)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7/15(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ETRI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점심식사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12:00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회의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13:00 ~ 14:30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오대수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김선구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35931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Env. Test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열진공시험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7/20(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7/24(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KASI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  <a:tr h="3593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7/27(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)~7/28(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KTL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51870"/>
                  </a:ext>
                </a:extLst>
              </a:tr>
              <a:tr h="35931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EMC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7/29(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~ 7/31(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오송센터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오송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14379"/>
                  </a:ext>
                </a:extLst>
              </a:tr>
              <a:tr h="5988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(Post Test Review)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8/5(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Lumir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7485009"/>
                  </a:ext>
                </a:extLst>
              </a:tr>
              <a:tr h="59886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(Pre Ship Review)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말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KARI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ETRI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KARI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1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812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현황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기술 관련</a:t>
            </a:r>
            <a:endParaRPr lang="en-US" altLang="ko-KR" dirty="0"/>
          </a:p>
          <a:p>
            <a:pPr lvl="1"/>
            <a:r>
              <a:rPr lang="ko-KR" altLang="en-US" dirty="0" err="1"/>
              <a:t>루미르</a:t>
            </a:r>
            <a:r>
              <a:rPr lang="ko-KR" altLang="en-US" dirty="0"/>
              <a:t> 작성 문서 총 </a:t>
            </a:r>
            <a:r>
              <a:rPr lang="en-US" altLang="ko-KR" dirty="0"/>
              <a:t>23</a:t>
            </a:r>
            <a:r>
              <a:rPr lang="ko-KR" altLang="en-US" dirty="0"/>
              <a:t>건 중</a:t>
            </a:r>
            <a:endParaRPr lang="en-US" altLang="ko-KR" dirty="0"/>
          </a:p>
          <a:p>
            <a:pPr lvl="2"/>
            <a:r>
              <a:rPr lang="ko-KR" altLang="en-US" dirty="0"/>
              <a:t>완료 </a:t>
            </a:r>
            <a:r>
              <a:rPr lang="en-US" altLang="ko-KR" dirty="0"/>
              <a:t>14</a:t>
            </a:r>
            <a:r>
              <a:rPr lang="ko-KR" altLang="en-US" dirty="0"/>
              <a:t>건 </a:t>
            </a:r>
            <a:endParaRPr lang="en-US" altLang="ko-KR" dirty="0"/>
          </a:p>
          <a:p>
            <a:pPr lvl="2"/>
            <a:r>
              <a:rPr lang="ko-KR" altLang="en-US" dirty="0"/>
              <a:t>업데이트 필요 </a:t>
            </a:r>
            <a:r>
              <a:rPr lang="en-US" altLang="ko-KR" dirty="0"/>
              <a:t>6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 err="1"/>
              <a:t>미작성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건 </a:t>
            </a:r>
            <a:r>
              <a:rPr lang="en-US" altLang="ko-KR" dirty="0"/>
              <a:t>: </a:t>
            </a:r>
            <a:r>
              <a:rPr lang="ko-KR" altLang="en-US" dirty="0">
                <a:solidFill>
                  <a:srgbClr val="0000FF"/>
                </a:solidFill>
              </a:rPr>
              <a:t>현 </a:t>
            </a:r>
            <a:r>
              <a:rPr lang="en-US" altLang="ko-KR" dirty="0">
                <a:solidFill>
                  <a:srgbClr val="0000FF"/>
                </a:solidFill>
              </a:rPr>
              <a:t>S/W </a:t>
            </a:r>
            <a:r>
              <a:rPr lang="ko-KR" altLang="en-US" dirty="0">
                <a:solidFill>
                  <a:srgbClr val="0000FF"/>
                </a:solidFill>
              </a:rPr>
              <a:t>이슈 완료 후 작성예정 </a:t>
            </a:r>
            <a:r>
              <a:rPr lang="en-US" altLang="ko-KR" dirty="0">
                <a:solidFill>
                  <a:srgbClr val="0000FF"/>
                </a:solidFill>
              </a:rPr>
              <a:t>(TRR </a:t>
            </a:r>
            <a:r>
              <a:rPr lang="ko-KR" altLang="en-US" dirty="0">
                <a:solidFill>
                  <a:srgbClr val="0000FF"/>
                </a:solidFill>
              </a:rPr>
              <a:t>이전까지</a:t>
            </a:r>
            <a:r>
              <a:rPr lang="en-US" altLang="ko-KR" dirty="0">
                <a:solidFill>
                  <a:srgbClr val="0000FF"/>
                </a:solidFill>
              </a:rPr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DCAFE77-F5E5-4047-BD56-D34F351F5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41" y="2254389"/>
            <a:ext cx="8115207" cy="41431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4760353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41246</TotalTime>
  <Words>395</Words>
  <Application>Microsoft Office PowerPoint</Application>
  <PresentationFormat>화면 슬라이드 쇼(4:3)</PresentationFormat>
  <Paragraphs>108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굴림</vt:lpstr>
      <vt:lpstr>맑은 고딕</vt:lpstr>
      <vt:lpstr>Arial</vt:lpstr>
      <vt:lpstr>Arial Black</vt:lpstr>
      <vt:lpstr>Times New Roman</vt:lpstr>
      <vt:lpstr>Wingdings</vt:lpstr>
      <vt:lpstr>기본 디자인</vt:lpstr>
      <vt:lpstr>Weekly Progress Report (WPR_2020.07.08)    ’20.07.02 Lumir</vt:lpstr>
      <vt:lpstr>PowerPoint 프레젠테이션</vt:lpstr>
      <vt:lpstr>추진 일정</vt:lpstr>
      <vt:lpstr>추진 일정</vt:lpstr>
      <vt:lpstr>문서 현황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오 대수</cp:lastModifiedBy>
  <cp:revision>1633</cp:revision>
  <cp:lastPrinted>2017-08-25T09:42:12Z</cp:lastPrinted>
  <dcterms:created xsi:type="dcterms:W3CDTF">1601-01-01T00:00:00Z</dcterms:created>
  <dcterms:modified xsi:type="dcterms:W3CDTF">2020-07-08T05:44:48Z</dcterms:modified>
</cp:coreProperties>
</file>