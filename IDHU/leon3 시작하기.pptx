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20F99F-8BD9-4418-AC02-9E26F6580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DCC6B63-BC7B-49B2-8D0B-FAEB92014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1D10A-47D4-41D2-AB34-1B8D903B1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077F-2186-49A1-B45C-39FA9B91E96D}" type="datetimeFigureOut">
              <a:rPr lang="ko-KR" altLang="en-US" smtClean="0"/>
              <a:t>2019-09-03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4917AA-889E-42A1-8BFA-50DB715EE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78E42A-79AF-4194-A355-08CF427C2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EC0B-6B29-41A9-92E6-F948AB8898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798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E00F9A-7F33-48AE-BF40-64F752EC4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0DCB55-B6D1-4C3D-BC63-4C498F041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1CE0DD-BAAC-4B4E-900F-AAD667BC9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077F-2186-49A1-B45C-39FA9B91E96D}" type="datetimeFigureOut">
              <a:rPr lang="ko-KR" altLang="en-US" smtClean="0"/>
              <a:t>2019-09-03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2489FB-3C2A-47BB-B7A2-209617A86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96C5CB-7AC5-4D93-BBAD-004461C20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EC0B-6B29-41A9-92E6-F948AB8898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669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ABA0F-F12E-400B-874A-5080D414B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34D3F2-2BD0-4C4E-8B20-AE38F4ED0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D3BEBA-7A79-4E31-86EE-8236060B6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077F-2186-49A1-B45C-39FA9B91E96D}" type="datetimeFigureOut">
              <a:rPr lang="ko-KR" altLang="en-US" smtClean="0"/>
              <a:t>2019-09-03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436A46-FF96-4355-B05E-0DF24AD15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752B13-D748-42EB-AE1C-B73170EFE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EC0B-6B29-41A9-92E6-F948AB8898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948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DC735-C4AE-4571-964E-C38E0D268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4FD5C0-CC73-4FC2-9B6A-D274C4D19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6559FB-A689-49B4-A4C0-168E3CE72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0BAF88-E3D2-4974-8CCE-5DF9ECD8E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077F-2186-49A1-B45C-39FA9B91E96D}" type="datetimeFigureOut">
              <a:rPr lang="ko-KR" altLang="en-US" smtClean="0"/>
              <a:t>2019-09-03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76A0F8-844A-4F25-9790-EED08B240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307A34-F5DE-49F2-8CB7-BE97921D8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EC0B-6B29-41A9-92E6-F948AB8898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708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298ED4-A83D-4657-B38E-3668DB900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312924-8D0F-49E2-8AE3-B41FB42BC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6C134C-FD1B-4FF8-98AA-E1404B020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BC8A560-E103-4070-93A1-744EAD6033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CDDD463-D377-47A5-A204-02D8BE4C58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1EE0A8B-8C8A-45E7-A490-81A6A3E61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077F-2186-49A1-B45C-39FA9B91E96D}" type="datetimeFigureOut">
              <a:rPr lang="ko-KR" altLang="en-US" smtClean="0"/>
              <a:t>2019-09-03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A6C69E-47D5-4448-AB85-5CDE11950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F286408-C003-4654-88AA-8AA9F691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EC0B-6B29-41A9-92E6-F948AB8898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583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B0AF22-82E0-47AD-B426-1C7F89505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CC835AC-BCB7-44E9-B0A3-F13BC58B2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077F-2186-49A1-B45C-39FA9B91E96D}" type="datetimeFigureOut">
              <a:rPr lang="ko-KR" altLang="en-US" smtClean="0"/>
              <a:t>2019-09-03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A6FE592-B23F-42E7-A1EA-A9D7245A8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680A24-D080-488D-9B03-EF8886991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EC0B-6B29-41A9-92E6-F948AB8898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375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87CB411-8706-4161-A462-3EFA5429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077F-2186-49A1-B45C-39FA9B91E96D}" type="datetimeFigureOut">
              <a:rPr lang="ko-KR" altLang="en-US" smtClean="0"/>
              <a:t>2019-09-03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4DAD1D3-1B19-491F-A258-919276366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A9C863-E410-4B15-BC08-F8FA1FF0F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EC0B-6B29-41A9-92E6-F948AB8898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756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7930B7-D865-4520-8D19-71A286643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A478C8-8D1D-41AF-BB36-37AF0D181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8C57C60-87B8-4CDF-BFAB-BC28A6D41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FF1ABD-EC88-44B9-9173-7B86259E4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077F-2186-49A1-B45C-39FA9B91E96D}" type="datetimeFigureOut">
              <a:rPr lang="ko-KR" altLang="en-US" smtClean="0"/>
              <a:t>2019-09-03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DB13A0-A033-496F-8E6E-A2C3A3D9C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BB8883-E2A4-45CF-83E7-ACCDE707D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EC0B-6B29-41A9-92E6-F948AB8898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3252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A96C8A-39E0-4043-B762-51E27674D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BC27E52-6E91-45A5-9487-BA3C7D0334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57B26-C850-49AF-934F-BED2D85B6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F530C7-FFB4-4ECC-A628-032264944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077F-2186-49A1-B45C-39FA9B91E96D}" type="datetimeFigureOut">
              <a:rPr lang="ko-KR" altLang="en-US" smtClean="0"/>
              <a:t>2019-09-03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C589E0-A97D-4831-9064-C68107459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982AA9-1CDA-4760-8280-F846905F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EC0B-6B29-41A9-92E6-F948AB8898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521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D379EA-8B0E-4B58-978F-578D95909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59131F-6874-4066-807A-70A248486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1DF9BD-3C7C-4E54-8A1A-7A49F93F4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077F-2186-49A1-B45C-39FA9B91E96D}" type="datetimeFigureOut">
              <a:rPr lang="ko-KR" altLang="en-US" smtClean="0"/>
              <a:t>2019-09-03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8E2531-14C6-4179-951B-ED5AB14D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5F5A1B-55CE-49A9-8386-A73DA0E8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EC0B-6B29-41A9-92E6-F948AB8898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540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F1C9C23-36E5-4089-93F5-FE9E8CFA2A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288223-895D-416D-A7F9-1D98E4231A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30A602-A9A9-4051-BB2F-0EE494377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077F-2186-49A1-B45C-39FA9B91E96D}" type="datetimeFigureOut">
              <a:rPr lang="ko-KR" altLang="en-US" smtClean="0"/>
              <a:t>2019-09-03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237444-DD4C-4AC4-AB6C-FCD328382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0392F3-4B90-480E-B7F9-F1C3EDE7D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2EC0B-6B29-41A9-92E6-F948AB8898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987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B916D4-F758-44FE-913D-8E4B72B2B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30E723-EE2C-4DE6-B586-64BD47A3C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4E3913-B7C0-46A0-8810-1212F3CD3D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78077F-2186-49A1-B45C-39FA9B91E96D}" type="datetimeFigureOut">
              <a:rPr lang="ko-KR" altLang="en-US" smtClean="0"/>
              <a:t>2019-09-03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F1298D-6497-493D-A732-157B78928E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5E7155-5446-418A-8599-A8BADCD086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2EC0B-6B29-41A9-92E6-F948AB8898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157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CC26CE4-E6F3-4168-9DFE-D16A8CFE83C2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leon3 </a:t>
            </a:r>
            <a:r>
              <a:rPr lang="ko-KR" altLang="en-US" dirty="0" err="1"/>
              <a:t>툴채인</a:t>
            </a:r>
            <a:r>
              <a:rPr lang="ko-KR" altLang="en-US" dirty="0"/>
              <a:t> 종류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RTEMS</a:t>
            </a:r>
            <a:r>
              <a:rPr lang="ko-KR" altLang="en-US" dirty="0"/>
              <a:t> 어플리케이션 </a:t>
            </a:r>
            <a:r>
              <a:rPr lang="en-US" altLang="ko-KR" dirty="0"/>
              <a:t>: RCC </a:t>
            </a:r>
            <a:r>
              <a:rPr lang="ko-KR" altLang="en-US" dirty="0"/>
              <a:t>사용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Bare C</a:t>
            </a:r>
            <a:r>
              <a:rPr lang="ko-KR" altLang="en-US" dirty="0"/>
              <a:t> 어플리케이션 </a:t>
            </a:r>
            <a:r>
              <a:rPr lang="en-US" altLang="ko-KR" dirty="0"/>
              <a:t>: BCC </a:t>
            </a:r>
            <a:r>
              <a:rPr lang="ko-KR" altLang="en-US" dirty="0"/>
              <a:t>사용</a:t>
            </a:r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83AC679-0D62-4DA3-B39D-2D3FBCFBC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602" y="1097083"/>
            <a:ext cx="6120000" cy="53455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1310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C3E8A8C-262D-4E7B-9CE6-43BC1B0EA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077" y="1281112"/>
            <a:ext cx="6153150" cy="42957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C64711-ACB0-4601-9384-DAF833A730EF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leon3 </a:t>
            </a:r>
            <a:r>
              <a:rPr lang="ko-KR" altLang="en-US" dirty="0" err="1"/>
              <a:t>툴채인</a:t>
            </a:r>
            <a:r>
              <a:rPr lang="ko-KR" altLang="en-US" dirty="0"/>
              <a:t> 패키지</a:t>
            </a:r>
            <a:r>
              <a:rPr lang="en-US" altLang="ko-KR" dirty="0"/>
              <a:t>(</a:t>
            </a:r>
            <a:r>
              <a:rPr lang="en-US" altLang="ko-KR" dirty="0" err="1"/>
              <a:t>GRTools</a:t>
            </a:r>
            <a:r>
              <a:rPr lang="en-US" altLang="ko-KR" dirty="0"/>
              <a:t>) </a:t>
            </a:r>
            <a:r>
              <a:rPr lang="ko-KR" altLang="en-US" dirty="0"/>
              <a:t>설치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53103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1283BD8-BB27-46A9-BAE0-5B7DE7DF9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622052"/>
            <a:ext cx="5372100" cy="57816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209316-68FD-47D7-B1A6-B6D4EA32219D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GRTools</a:t>
            </a:r>
            <a:r>
              <a:rPr lang="en-US" altLang="ko-KR" dirty="0"/>
              <a:t> </a:t>
            </a:r>
            <a:r>
              <a:rPr lang="ko-KR" altLang="en-US" dirty="0"/>
              <a:t>경로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CB8B75-98DE-462B-A009-4277FDB0EBF4}"/>
              </a:ext>
            </a:extLst>
          </p:cNvPr>
          <p:cNvSpPr txBox="1"/>
          <p:nvPr/>
        </p:nvSpPr>
        <p:spPr>
          <a:xfrm>
            <a:off x="6340855" y="2177535"/>
            <a:ext cx="234175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BCC V2</a:t>
            </a:r>
          </a:p>
          <a:p>
            <a:r>
              <a:rPr lang="en-US" altLang="ko-KR" sz="1400" dirty="0"/>
              <a:t>GRMON </a:t>
            </a:r>
            <a:r>
              <a:rPr lang="ko-KR" altLang="en-US" sz="1400" dirty="0" err="1"/>
              <a:t>평가판</a:t>
            </a:r>
            <a:endParaRPr lang="en-US" altLang="ko-KR" sz="1400" dirty="0"/>
          </a:p>
          <a:p>
            <a:r>
              <a:rPr lang="en-US" altLang="ko-KR" sz="1400" dirty="0"/>
              <a:t>mkprom2 (rom</a:t>
            </a:r>
            <a:r>
              <a:rPr lang="ko-KR" altLang="en-US" sz="1400" dirty="0"/>
              <a:t> 이미지 툴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RCC</a:t>
            </a:r>
          </a:p>
          <a:p>
            <a:r>
              <a:rPr lang="en-US" altLang="ko-KR" sz="1400" dirty="0"/>
              <a:t>BCC V1</a:t>
            </a:r>
          </a:p>
        </p:txBody>
      </p:sp>
    </p:spTree>
    <p:extLst>
      <p:ext uri="{BB962C8B-B14F-4D97-AF65-F5344CB8AC3E}">
        <p14:creationId xmlns:p14="http://schemas.microsoft.com/office/powerpoint/2010/main" val="486185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5B287F-088D-492A-9A2A-7C5DD8F62474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RCC </a:t>
            </a:r>
            <a:r>
              <a:rPr lang="ko-KR" altLang="en-US" dirty="0"/>
              <a:t>샘플 코드 및 참고 문서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E472CC0-80CD-4DF4-8D47-261BF06B7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384" y="800146"/>
            <a:ext cx="5172075" cy="4267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007CE9F-7537-44B9-A4C6-41C1A2E03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18" y="774781"/>
            <a:ext cx="5400000" cy="46915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8D5B98-42EC-414A-82A0-B9453AFDE544}"/>
              </a:ext>
            </a:extLst>
          </p:cNvPr>
          <p:cNvSpPr txBox="1"/>
          <p:nvPr/>
        </p:nvSpPr>
        <p:spPr>
          <a:xfrm>
            <a:off x="2623673" y="774781"/>
            <a:ext cx="1061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샘플 코드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8E0B4E-E74E-4824-A87A-500751791C2E}"/>
              </a:ext>
            </a:extLst>
          </p:cNvPr>
          <p:cNvSpPr txBox="1"/>
          <p:nvPr/>
        </p:nvSpPr>
        <p:spPr>
          <a:xfrm>
            <a:off x="8411941" y="800146"/>
            <a:ext cx="1022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참고 문서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683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5B287F-088D-492A-9A2A-7C5DD8F62474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RCC </a:t>
            </a:r>
            <a:r>
              <a:rPr lang="ko-KR" altLang="en-US" dirty="0"/>
              <a:t>샘플 코드 빌드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B2FC476-D539-42B0-AB00-D8C40CBBD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92" y="986807"/>
            <a:ext cx="7200000" cy="34173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E945AA-3A5C-4A4A-9574-EB44F369D19B}"/>
              </a:ext>
            </a:extLst>
          </p:cNvPr>
          <p:cNvSpPr txBox="1"/>
          <p:nvPr/>
        </p:nvSpPr>
        <p:spPr>
          <a:xfrm>
            <a:off x="159392" y="679030"/>
            <a:ext cx="1520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make gr712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49D8922-ED85-4C90-845B-C61F28591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6923" y="986807"/>
            <a:ext cx="4320000" cy="40119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49424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5B287F-088D-492A-9A2A-7C5DD8F62474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BCC </a:t>
            </a:r>
            <a:r>
              <a:rPr lang="ko-KR" altLang="en-US" dirty="0"/>
              <a:t>샘플 코드 및 참고 문서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AD3F6C-E5FD-4878-9CE3-4E196973A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66010"/>
            <a:ext cx="5172075" cy="4267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354D95D-E47D-44ED-BD4F-679F19530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57" y="766010"/>
            <a:ext cx="5172075" cy="4267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961E9B-B7B4-4EFF-8A8D-0E07F5AD6D0E}"/>
              </a:ext>
            </a:extLst>
          </p:cNvPr>
          <p:cNvSpPr txBox="1"/>
          <p:nvPr/>
        </p:nvSpPr>
        <p:spPr>
          <a:xfrm>
            <a:off x="2623673" y="774781"/>
            <a:ext cx="1061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샘플 코드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26BE63-96D6-4F05-BA05-E296B0813524}"/>
              </a:ext>
            </a:extLst>
          </p:cNvPr>
          <p:cNvSpPr txBox="1"/>
          <p:nvPr/>
        </p:nvSpPr>
        <p:spPr>
          <a:xfrm>
            <a:off x="8411941" y="800146"/>
            <a:ext cx="1022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참고 문서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793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E96144-71FF-426B-9ED0-26527CAD4B1B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BCC </a:t>
            </a:r>
            <a:r>
              <a:rPr lang="ko-KR" altLang="en-US" dirty="0"/>
              <a:t>샘플 코드 빌드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79027C8-513F-49F9-AB05-1AAECB026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704" y="986807"/>
            <a:ext cx="7800975" cy="4876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890F66-351E-41C0-8B49-2C0CA395577A}"/>
              </a:ext>
            </a:extLst>
          </p:cNvPr>
          <p:cNvSpPr txBox="1"/>
          <p:nvPr/>
        </p:nvSpPr>
        <p:spPr>
          <a:xfrm>
            <a:off x="919704" y="679030"/>
            <a:ext cx="37697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solidFill>
                  <a:srgbClr val="FF0000"/>
                </a:solidFill>
              </a:rPr>
              <a:t>sparc</a:t>
            </a:r>
            <a:r>
              <a:rPr lang="en-US" altLang="ko-KR" sz="1400" dirty="0">
                <a:solidFill>
                  <a:srgbClr val="FF0000"/>
                </a:solidFill>
              </a:rPr>
              <a:t>-</a:t>
            </a:r>
            <a:r>
              <a:rPr lang="en-US" altLang="ko-KR" sz="1400" dirty="0" err="1">
                <a:solidFill>
                  <a:srgbClr val="FF0000"/>
                </a:solidFill>
              </a:rPr>
              <a:t>gaisler</a:t>
            </a:r>
            <a:r>
              <a:rPr lang="en-US" altLang="ko-KR" sz="1400" dirty="0">
                <a:solidFill>
                  <a:srgbClr val="FF0000"/>
                </a:solidFill>
              </a:rPr>
              <a:t>-elf-</a:t>
            </a:r>
            <a:r>
              <a:rPr lang="en-US" altLang="ko-KR" sz="1400" dirty="0" err="1">
                <a:solidFill>
                  <a:srgbClr val="FF0000"/>
                </a:solidFill>
              </a:rPr>
              <a:t>gcc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 err="1">
                <a:solidFill>
                  <a:srgbClr val="FF0000"/>
                </a:solidFill>
              </a:rPr>
              <a:t>hello.c</a:t>
            </a:r>
            <a:r>
              <a:rPr lang="en-US" altLang="ko-KR" sz="1400" dirty="0">
                <a:solidFill>
                  <a:srgbClr val="FF0000"/>
                </a:solidFill>
              </a:rPr>
              <a:t> –o hello</a:t>
            </a:r>
          </a:p>
        </p:txBody>
      </p:sp>
    </p:spTree>
    <p:extLst>
      <p:ext uri="{BB962C8B-B14F-4D97-AF65-F5344CB8AC3E}">
        <p14:creationId xmlns:p14="http://schemas.microsoft.com/office/powerpoint/2010/main" val="3440266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181E87-E83F-4E9C-9B77-D7528E5E2B16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load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/>
              <a:t>run (</a:t>
            </a:r>
            <a:r>
              <a:rPr lang="en-US" altLang="ko-KR" dirty="0" err="1"/>
              <a:t>grmon</a:t>
            </a:r>
            <a:r>
              <a:rPr lang="en-US" altLang="ko-KR" dirty="0"/>
              <a:t> </a:t>
            </a:r>
            <a:r>
              <a:rPr lang="ko-KR" altLang="en-US" dirty="0"/>
              <a:t>이용</a:t>
            </a:r>
            <a:r>
              <a:rPr lang="en-US" altLang="ko-KR" dirty="0"/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1724B04-F902-415E-A83D-C8511924A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51" y="889233"/>
            <a:ext cx="3960000" cy="56928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5A7DB86-6874-408D-8118-0811D276C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897" y="1040235"/>
            <a:ext cx="6638925" cy="28194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6FAC83-6229-47BC-90A7-A8FA862E3305}"/>
              </a:ext>
            </a:extLst>
          </p:cNvPr>
          <p:cNvSpPr txBox="1"/>
          <p:nvPr/>
        </p:nvSpPr>
        <p:spPr>
          <a:xfrm>
            <a:off x="439051" y="581456"/>
            <a:ext cx="37697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solidFill>
                  <a:srgbClr val="FF0000"/>
                </a:solidFill>
              </a:rPr>
              <a:t>grmon</a:t>
            </a:r>
            <a:r>
              <a:rPr lang="en-US" altLang="ko-KR" sz="1400" dirty="0">
                <a:solidFill>
                  <a:srgbClr val="FF0000"/>
                </a:solidFill>
              </a:rPr>
              <a:t> –</a:t>
            </a:r>
            <a:r>
              <a:rPr lang="en-US" altLang="ko-KR" sz="1400" dirty="0" err="1">
                <a:solidFill>
                  <a:srgbClr val="FF0000"/>
                </a:solidFill>
              </a:rPr>
              <a:t>ftdi</a:t>
            </a:r>
            <a:r>
              <a:rPr lang="en-US" altLang="ko-KR" sz="1400" dirty="0">
                <a:solidFill>
                  <a:srgbClr val="FF0000"/>
                </a:solidFill>
              </a:rPr>
              <a:t> –u -</a:t>
            </a:r>
            <a:r>
              <a:rPr lang="en-US" altLang="ko-KR" sz="1400" dirty="0" err="1">
                <a:solidFill>
                  <a:srgbClr val="FF0000"/>
                </a:solidFill>
              </a:rPr>
              <a:t>nosram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10DD23-780B-4741-A161-053CFEF9AB64}"/>
              </a:ext>
            </a:extLst>
          </p:cNvPr>
          <p:cNvSpPr txBox="1"/>
          <p:nvPr/>
        </p:nvSpPr>
        <p:spPr>
          <a:xfrm>
            <a:off x="4940897" y="517015"/>
            <a:ext cx="3769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load hello</a:t>
            </a:r>
          </a:p>
          <a:p>
            <a:r>
              <a:rPr lang="en-US" altLang="ko-KR" sz="1400" dirty="0">
                <a:solidFill>
                  <a:srgbClr val="FF0000"/>
                </a:solidFill>
              </a:rPr>
              <a:t>run</a:t>
            </a:r>
          </a:p>
        </p:txBody>
      </p:sp>
    </p:spTree>
    <p:extLst>
      <p:ext uri="{BB962C8B-B14F-4D97-AF65-F5344CB8AC3E}">
        <p14:creationId xmlns:p14="http://schemas.microsoft.com/office/powerpoint/2010/main" val="1679418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90</Words>
  <Application>Microsoft Office PowerPoint</Application>
  <PresentationFormat>와이드스크린</PresentationFormat>
  <Paragraphs>24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Lenovo</dc:creator>
  <cp:lastModifiedBy>Lenovo</cp:lastModifiedBy>
  <cp:revision>17</cp:revision>
  <dcterms:created xsi:type="dcterms:W3CDTF">2019-09-03T04:08:56Z</dcterms:created>
  <dcterms:modified xsi:type="dcterms:W3CDTF">2019-09-03T05:40:31Z</dcterms:modified>
</cp:coreProperties>
</file>