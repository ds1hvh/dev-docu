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BE030-8BCB-4FD6-9C5F-852EAF73F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8610F5-991F-4948-A2ED-84185B003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617218-00FA-4BA4-B715-25088FC5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8821E-2201-44AA-8705-AFB82B8D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DC1DAB-A0E3-4955-83B1-21CE6E68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37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55C65-5DA4-4305-A4A3-4454148E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54FB99-892F-4698-8FAA-4265C10D8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67971C-1F78-4640-BBBE-A92B80EBC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620C9-71D3-43BB-B006-3FE51433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8990B4-36CE-4D02-AD08-196324B9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7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6D83A-3B51-43A4-8CB1-726513E9F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45223-A0D6-4B1A-B0C6-0BE026296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42AE3D-3122-485C-A7A7-1E9B7843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D68DB7-998A-4122-85E2-D76CBA96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5BF78E-DAB4-4FF4-A58A-66E01769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80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19A16-C5E7-495E-AC21-112B8668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A3F58E-093E-4095-B517-DC98F3377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3706C9-3B8A-4B0E-B934-3879BDC93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F3770B-C019-4F97-90B5-7AD4A7EA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F37C36-11B9-413E-8F1F-9FB7AEA8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8D85F4-1B0A-4C3A-9AB3-41BB435A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32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6BB6C-813B-4281-B6E3-669F70F0D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17FAA0-7527-4585-9E53-284CC0025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15F63-0F7F-4BEB-A09F-D062FC016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A00FB4-182D-4C4A-BCE1-474E1FB3E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924210-47BC-4E7B-A089-2C0E1B050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51AD7D-611C-40DF-9439-74623E63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C5059E-1E15-4DCA-A8B3-11525F0D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4DFB92-5952-41D3-A42B-5AD894D3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89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DA4AA-A4C1-4EEA-8449-1EF0741C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AD0172-B079-44E2-82B0-54AB3B53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AC0DFE-370B-41D3-A2E4-0FB11C84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C575CC-07E2-48EA-9E12-F5F8141C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3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E4C7DA-F6F6-468B-89BA-BC1C66CF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87F3FE-8B25-4B14-BF83-B4F314EB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ABDA64-939B-47A5-B704-653BA6D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65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E6CD9-9C1A-4EBD-9D7E-74384546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4546E-B9BA-4614-836A-AD00DE8DA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1154C5-533B-4F1A-8F07-B93BFB972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0E3571-CE00-4A00-8881-40307C7B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396FFB-5462-4BD7-8CE8-26EA0EA6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49C900-9EE6-4B5E-964A-A4465314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87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EB172-A7CD-4B36-9EF0-9A6E89F3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A4B7C9-C3C9-4C6B-BC70-457A1CDF5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CAFA4C-FE2B-42A9-B447-95AB1A772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C7B80-3A66-4F43-8FA6-72E061BA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24BCDC-6C60-43A5-B86D-1BF80130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4744A8-D6C3-40D6-A125-F0E5E738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235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C67E3-15C5-42FD-8837-EF061A60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81A91B-6A18-4873-8DC9-CDC9B25D0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A276-ECD2-42A1-AC31-CD16AF637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10AE0E-3C75-4A6B-9175-C20DDFC4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EC57E0-C629-4349-9053-3C8914A2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8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E9061A-3006-48DE-93FE-9CFBCB252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7F1EE6-90F6-4C8C-9198-1C3139DB4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0D82E-C5EF-4E10-9423-22024177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FAD4F5-25DF-4EB4-BFC5-3712DC22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6F759-E67E-47F8-B2BD-DD3655D1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48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3AE8FE-186F-41D7-8638-1A1A5ACA4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A843AD-1CDF-448C-858A-EC2CAF4B1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DFBA12-A194-494B-BD55-F00D41253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19AC7-0F77-4A53-827E-3E131787D8C7}" type="datetimeFigureOut">
              <a:rPr lang="ko-KR" altLang="en-US" smtClean="0"/>
              <a:t>2020-03-02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D7D109-B017-467A-B3CA-FC997BA6E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125D3B-F6A9-4A6C-A45B-F62824C12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26635-69CC-44C1-B089-93563DFF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22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A3C433-8397-4014-9D19-B128438D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34" y="450501"/>
            <a:ext cx="10372981" cy="561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28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O18008</dc:creator>
  <cp:lastModifiedBy>O18008</cp:lastModifiedBy>
  <cp:revision>1</cp:revision>
  <dcterms:created xsi:type="dcterms:W3CDTF">2020-03-02T01:55:01Z</dcterms:created>
  <dcterms:modified xsi:type="dcterms:W3CDTF">2020-03-02T01:56:04Z</dcterms:modified>
</cp:coreProperties>
</file>