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23" r:id="rId2"/>
    <p:sldId id="1111" r:id="rId3"/>
    <p:sldId id="1109" r:id="rId4"/>
    <p:sldId id="1110" r:id="rId5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114" d="100"/>
          <a:sy n="114" d="100"/>
        </p:scale>
        <p:origin x="1968" y="102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7000" y="2886075"/>
            <a:ext cx="8928100" cy="2460476"/>
          </a:xfrm>
        </p:spPr>
        <p:txBody>
          <a:bodyPr/>
          <a:lstStyle/>
          <a:p>
            <a:r>
              <a:rPr lang="en-US" altLang="ko-KR" sz="3200" dirty="0"/>
              <a:t>DTNPL</a:t>
            </a:r>
            <a:r>
              <a:rPr lang="en-US" altLang="ko-KR" sz="3200" dirty="0">
                <a:sym typeface="Wingdings" panose="05000000000000000000" pitchFamily="2" charset="2"/>
              </a:rPr>
              <a:t></a:t>
            </a:r>
            <a:r>
              <a:rPr lang="en-US" altLang="ko-KR" sz="3200" dirty="0"/>
              <a:t>PDHU USRT </a:t>
            </a:r>
            <a:br>
              <a:rPr lang="en-US" altLang="ko-KR" sz="3200" dirty="0"/>
            </a:br>
            <a:r>
              <a:rPr lang="en-US" altLang="ko-KR" sz="3200" dirty="0"/>
              <a:t>Data</a:t>
            </a:r>
            <a:r>
              <a:rPr lang="ko-KR" altLang="en-US" sz="3200" dirty="0"/>
              <a:t> </a:t>
            </a:r>
            <a:r>
              <a:rPr lang="en-US" altLang="ko-KR" sz="3200" dirty="0"/>
              <a:t>Throughput Check</a:t>
            </a:r>
            <a:br>
              <a:rPr lang="en-US" altLang="ko-KR" sz="3200" dirty="0"/>
            </a:br>
            <a:r>
              <a:rPr lang="en-US" altLang="ko-KR" sz="2000" b="0" dirty="0"/>
              <a:t>’20.11.xxLumir</a:t>
            </a:r>
            <a:endParaRPr lang="ko-KR" altLang="en-US" sz="20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5380F-8288-428F-96F2-78F1F7EE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6B64A-8797-4CF7-9B52-C61526AD9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목적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DTNPL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PDHU USRT </a:t>
            </a:r>
            <a:r>
              <a:rPr lang="ko-KR" altLang="en-US" dirty="0"/>
              <a:t>데이터 전송 </a:t>
            </a:r>
            <a:r>
              <a:rPr lang="en-US" altLang="ko-KR" dirty="0"/>
              <a:t>Throughput </a:t>
            </a:r>
            <a:r>
              <a:rPr lang="ko-KR" altLang="en-US" dirty="0"/>
              <a:t>측정</a:t>
            </a:r>
            <a:endParaRPr lang="en-US" altLang="ko-KR" dirty="0"/>
          </a:p>
          <a:p>
            <a:r>
              <a:rPr lang="en-US" altLang="ko-KR" dirty="0"/>
              <a:t>Simple UDP </a:t>
            </a:r>
            <a:r>
              <a:rPr lang="ko-KR" altLang="en-US" dirty="0"/>
              <a:t>전송</a:t>
            </a:r>
            <a:r>
              <a:rPr lang="en-US" altLang="ko-KR" dirty="0"/>
              <a:t> </a:t>
            </a:r>
            <a:r>
              <a:rPr lang="ko-KR" altLang="en-US" dirty="0"/>
              <a:t>프로그램을 이용 최대 전송 속도를 측정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61713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9EEE0-E54E-44B8-8545-78763DAB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USRT </a:t>
            </a:r>
            <a:r>
              <a:rPr lang="ko-KR" altLang="en-US" dirty="0"/>
              <a:t>출력 속도 측정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B9DF9-F0A2-44C1-8F7A-87CD72175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SimpleUDP</a:t>
            </a:r>
            <a:r>
              <a:rPr lang="en-US" altLang="ko-KR" dirty="0"/>
              <a:t> F/W</a:t>
            </a:r>
            <a:r>
              <a:rPr lang="ko-KR" altLang="en-US" dirty="0"/>
              <a:t>를 이용 속도 측정 결과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819Kbps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CE7696-C278-48D3-889D-88B5122C7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44" y="1892242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9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CA6D0-A037-418B-A53F-800AE64A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USRT </a:t>
            </a:r>
            <a:r>
              <a:rPr lang="ko-KR" altLang="en-US" dirty="0"/>
              <a:t>출력 속도 측정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2C0BE-BDFA-49F9-A11A-E64FE1030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SBC F/W 1.6</a:t>
            </a:r>
            <a:r>
              <a:rPr lang="ko-KR" altLang="en-US" dirty="0"/>
              <a:t>를 이용 속도 측정 결과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819Kbps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CADD96D-29BC-424C-996A-592457EA9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44" y="1800225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0350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43642</TotalTime>
  <Words>70</Words>
  <Application>Microsoft Office PowerPoint</Application>
  <PresentationFormat>화면 슬라이드 쇼(4:3)</PresentationFormat>
  <Paragraphs>10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굴림</vt:lpstr>
      <vt:lpstr>Arial</vt:lpstr>
      <vt:lpstr>Arial Black</vt:lpstr>
      <vt:lpstr>Times New Roman</vt:lpstr>
      <vt:lpstr>Wingdings</vt:lpstr>
      <vt:lpstr>기본 디자인</vt:lpstr>
      <vt:lpstr>DTNPLPDHU USRT  Data Throughput Check ’20.11.xxLumir</vt:lpstr>
      <vt:lpstr>Overview</vt:lpstr>
      <vt:lpstr>USRT 출력 속도 측정</vt:lpstr>
      <vt:lpstr>USRT 출력 속도 측정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최 상림</cp:lastModifiedBy>
  <cp:revision>1722</cp:revision>
  <cp:lastPrinted>2020-07-30T04:06:34Z</cp:lastPrinted>
  <dcterms:created xsi:type="dcterms:W3CDTF">1601-01-01T00:00:00Z</dcterms:created>
  <dcterms:modified xsi:type="dcterms:W3CDTF">2020-11-06T03:45:15Z</dcterms:modified>
</cp:coreProperties>
</file>