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23" r:id="rId2"/>
    <p:sldId id="1147" r:id="rId3"/>
    <p:sldId id="1148" r:id="rId4"/>
    <p:sldId id="814" r:id="rId5"/>
    <p:sldId id="813" r:id="rId6"/>
    <p:sldId id="1149" r:id="rId7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4" d="100"/>
          <a:sy n="114" d="100"/>
        </p:scale>
        <p:origin x="1968" y="102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ISSUE</a:t>
            </a:r>
            <a:r>
              <a:rPr lang="ko-KR" altLang="en-US" sz="3600" dirty="0"/>
              <a:t> 사항 정리</a:t>
            </a:r>
            <a:r>
              <a:rPr lang="en-US" altLang="ko-KR" sz="3600" dirty="0"/>
              <a:t> </a:t>
            </a:r>
            <a:r>
              <a:rPr lang="en-US" altLang="ko-KR" sz="3200" b="0" dirty="0"/>
              <a:t>(WPR_2020.09.25)</a:t>
            </a:r>
            <a:br>
              <a:rPr lang="en-US" altLang="ko-KR" sz="32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’20.09.25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3AF4F-09E2-438B-9383-6FA25935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Version</a:t>
            </a:r>
            <a:r>
              <a:rPr lang="ko-KR" altLang="en-US" dirty="0"/>
              <a:t> 표시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25461-DB1D-408E-851A-11DC02B6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FPGA Version </a:t>
            </a:r>
            <a:r>
              <a:rPr lang="ko-KR" altLang="en-US" dirty="0"/>
              <a:t>정보 표시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VERSION_FPGA / 10, VERSION_FPGA % 10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예</a:t>
            </a:r>
            <a:r>
              <a:rPr lang="en-US" altLang="ko-KR" dirty="0">
                <a:sym typeface="Wingdings" panose="05000000000000000000" pitchFamily="2" charset="2"/>
              </a:rPr>
              <a:t>) decimal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15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1.5</a:t>
            </a:r>
          </a:p>
          <a:p>
            <a:r>
              <a:rPr lang="en-US" altLang="ko-KR" dirty="0"/>
              <a:t>SBC F/W Version </a:t>
            </a:r>
            <a:r>
              <a:rPr lang="ko-KR" altLang="en-US" dirty="0"/>
              <a:t>정보 표시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VERSION_SBC_FW / 10,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 VERSION_SBC_FW % 10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decimal 10  1.0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ION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SW</a:t>
            </a:r>
            <a:r>
              <a:rPr lang="ko-KR" altLang="en-US" dirty="0">
                <a:sym typeface="Wingdings" panose="05000000000000000000" pitchFamily="2" charset="2"/>
              </a:rPr>
              <a:t> 버전 정보 표시 방법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VERSION_ION / 100,  </a:t>
            </a:r>
            <a:r>
              <a:rPr lang="ko-KR" altLang="en-US" dirty="0">
                <a:sym typeface="Wingdings" panose="05000000000000000000" pitchFamily="2" charset="2"/>
              </a:rPr>
              <a:t>첫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째 자리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(VERSION_ION % 100) /10, </a:t>
            </a:r>
            <a:r>
              <a:rPr lang="ko-KR" altLang="en-US" dirty="0">
                <a:sym typeface="Wingdings" panose="05000000000000000000" pitchFamily="2" charset="2"/>
              </a:rPr>
              <a:t>둘 째 자리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  VERSION_ION % 10 </a:t>
            </a:r>
            <a:r>
              <a:rPr lang="ko-KR" altLang="en-US" dirty="0">
                <a:sym typeface="Wingdings" panose="05000000000000000000" pitchFamily="2" charset="2"/>
              </a:rPr>
              <a:t>세번째 자리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decimal 361  3.6.1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Hex</a:t>
            </a:r>
            <a:r>
              <a:rPr lang="ko-KR" altLang="en-US" dirty="0">
                <a:sym typeface="Wingdings" panose="05000000000000000000" pitchFamily="2" charset="2"/>
              </a:rPr>
              <a:t>로 표시된 데이터는 </a:t>
            </a:r>
            <a:r>
              <a:rPr lang="en-US" altLang="ko-KR" dirty="0">
                <a:sym typeface="Wingdings" panose="05000000000000000000" pitchFamily="2" charset="2"/>
              </a:rPr>
              <a:t>Decimal</a:t>
            </a:r>
            <a:r>
              <a:rPr lang="ko-KR" altLang="en-US" dirty="0">
                <a:sym typeface="Wingdings" panose="05000000000000000000" pitchFamily="2" charset="2"/>
              </a:rPr>
              <a:t>로 표현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 F/W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변경 없이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SBC_EGSE 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프로그램에서 표시 방식 변경 함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BB2DCB-F6DD-4A87-BE4A-3000C2D19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776" y="1060911"/>
            <a:ext cx="2684103" cy="3318142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4E8EFF5-E51A-4344-B9AE-5B0E14D93502}"/>
              </a:ext>
            </a:extLst>
          </p:cNvPr>
          <p:cNvSpPr/>
          <p:nvPr/>
        </p:nvSpPr>
        <p:spPr bwMode="auto">
          <a:xfrm>
            <a:off x="7439523" y="2516697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15FBA3E-817D-4E04-A2C6-0A639D526916}"/>
              </a:ext>
            </a:extLst>
          </p:cNvPr>
          <p:cNvSpPr/>
          <p:nvPr/>
        </p:nvSpPr>
        <p:spPr bwMode="auto">
          <a:xfrm>
            <a:off x="7439523" y="2659572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EF7D4DC-F276-4128-9516-03592D49FD61}"/>
              </a:ext>
            </a:extLst>
          </p:cNvPr>
          <p:cNvSpPr/>
          <p:nvPr/>
        </p:nvSpPr>
        <p:spPr bwMode="auto">
          <a:xfrm>
            <a:off x="7447685" y="3691418"/>
            <a:ext cx="609600" cy="5872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98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673B2-070E-454D-A6D5-F4153807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SOH Data</a:t>
            </a:r>
            <a:r>
              <a:rPr lang="ko-KR" altLang="en-US" dirty="0"/>
              <a:t> </a:t>
            </a:r>
            <a:r>
              <a:rPr lang="en-US" altLang="ko-KR" dirty="0"/>
              <a:t>Field</a:t>
            </a:r>
            <a:r>
              <a:rPr lang="ko-KR" altLang="en-US" dirty="0"/>
              <a:t> 변경의 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9D4F79-6A83-4B92-8902-E8EF8292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Booting image </a:t>
            </a:r>
            <a:r>
              <a:rPr lang="ko-KR" altLang="en-US" dirty="0"/>
              <a:t>정보와 </a:t>
            </a:r>
            <a:r>
              <a:rPr lang="en-US" altLang="ko-KR" dirty="0"/>
              <a:t>DTNPL</a:t>
            </a:r>
            <a:r>
              <a:rPr lang="ko-KR" altLang="en-US" dirty="0"/>
              <a:t>의 </a:t>
            </a:r>
            <a:r>
              <a:rPr lang="en-US" altLang="ko-KR" dirty="0"/>
              <a:t>Booting </a:t>
            </a:r>
            <a:r>
              <a:rPr lang="ko-KR" altLang="en-US" dirty="0"/>
              <a:t>회수를 </a:t>
            </a:r>
            <a:r>
              <a:rPr lang="en-US" altLang="ko-KR" dirty="0"/>
              <a:t>SOH Request</a:t>
            </a:r>
            <a:r>
              <a:rPr lang="ko-KR" altLang="en-US" dirty="0"/>
              <a:t>에 의해서 정보를 확인 할 수 있도록 </a:t>
            </a:r>
            <a:r>
              <a:rPr lang="en-US" altLang="ko-KR" dirty="0"/>
              <a:t>Packet data</a:t>
            </a:r>
            <a:r>
              <a:rPr lang="ko-KR" altLang="en-US" dirty="0"/>
              <a:t> </a:t>
            </a:r>
            <a:r>
              <a:rPr lang="en-US" altLang="ko-KR" dirty="0"/>
              <a:t>Field</a:t>
            </a:r>
            <a:r>
              <a:rPr lang="ko-KR" altLang="en-US" dirty="0"/>
              <a:t>의 변경이 필요 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SOH Data Field</a:t>
            </a:r>
            <a:r>
              <a:rPr lang="ko-KR" altLang="en-US" dirty="0"/>
              <a:t>의 </a:t>
            </a:r>
            <a:r>
              <a:rPr lang="en-US" altLang="ko-KR" dirty="0"/>
              <a:t>52</a:t>
            </a:r>
            <a:r>
              <a:rPr lang="ko-KR" altLang="en-US" dirty="0"/>
              <a:t>번째 </a:t>
            </a:r>
            <a:r>
              <a:rPr lang="en-US" altLang="ko-KR" dirty="0"/>
              <a:t>Byte</a:t>
            </a:r>
            <a:r>
              <a:rPr lang="ko-KR" altLang="en-US" dirty="0"/>
              <a:t>부터 </a:t>
            </a:r>
            <a:r>
              <a:rPr lang="en-US" altLang="ko-KR" dirty="0"/>
              <a:t>Booting count</a:t>
            </a:r>
            <a:r>
              <a:rPr lang="ko-KR" altLang="en-US" dirty="0"/>
              <a:t> </a:t>
            </a:r>
            <a:r>
              <a:rPr lang="en-US" altLang="ko-KR" dirty="0"/>
              <a:t>4 byte</a:t>
            </a:r>
            <a:r>
              <a:rPr lang="ko-KR" altLang="en-US" dirty="0"/>
              <a:t> </a:t>
            </a:r>
            <a:r>
              <a:rPr lang="en-US" altLang="ko-KR" dirty="0"/>
              <a:t>, booting Image No. 1Byte</a:t>
            </a:r>
            <a:r>
              <a:rPr lang="ko-KR" altLang="en-US" dirty="0"/>
              <a:t> 추가하여 총 </a:t>
            </a:r>
            <a:r>
              <a:rPr lang="en-US" altLang="ko-KR" dirty="0"/>
              <a:t>57Byte</a:t>
            </a:r>
            <a:r>
              <a:rPr lang="ko-KR" altLang="en-US" dirty="0"/>
              <a:t>로 수정 변경 됨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기존 </a:t>
            </a:r>
            <a:r>
              <a:rPr lang="en-US" altLang="ko-KR" dirty="0"/>
              <a:t>52Byte</a:t>
            </a:r>
            <a:r>
              <a:rPr lang="ko-KR" altLang="en-US" dirty="0"/>
              <a:t> </a:t>
            </a:r>
            <a:r>
              <a:rPr lang="ko-KR" altLang="en-US" dirty="0">
                <a:sym typeface="Wingdings" panose="05000000000000000000" pitchFamily="2" charset="2"/>
              </a:rPr>
              <a:t>에서</a:t>
            </a:r>
            <a:r>
              <a:rPr lang="en-US" altLang="ko-KR" dirty="0">
                <a:sym typeface="Wingdings" panose="05000000000000000000" pitchFamily="2" charset="2"/>
              </a:rPr>
              <a:t> 57Byte</a:t>
            </a:r>
            <a:r>
              <a:rPr lang="ko-KR" altLang="en-US" dirty="0">
                <a:sym typeface="Wingdings" panose="05000000000000000000" pitchFamily="2" charset="2"/>
              </a:rPr>
              <a:t>로 수정 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 ( </a:t>
            </a:r>
            <a:r>
              <a:rPr lang="ko-KR" altLang="en-US" dirty="0">
                <a:sym typeface="Wingdings" panose="05000000000000000000" pitchFamily="2" charset="2"/>
              </a:rPr>
              <a:t>최대 데이터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길이가 헤더 제외 </a:t>
            </a:r>
            <a:r>
              <a:rPr lang="en-US" altLang="ko-KR" dirty="0">
                <a:sym typeface="Wingdings" panose="05000000000000000000" pitchFamily="2" charset="2"/>
              </a:rPr>
              <a:t>65Byte</a:t>
            </a:r>
            <a:r>
              <a:rPr lang="ko-KR" altLang="en-US" dirty="0">
                <a:sym typeface="Wingdings" panose="05000000000000000000" pitchFamily="2" charset="2"/>
              </a:rPr>
              <a:t>이므로 여유가 있음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Bootloader</a:t>
            </a:r>
            <a:r>
              <a:rPr lang="ko-KR" altLang="en-US" dirty="0">
                <a:sym typeface="Wingdings" panose="05000000000000000000" pitchFamily="2" charset="2"/>
              </a:rPr>
              <a:t>에서 실행 할 </a:t>
            </a:r>
            <a:r>
              <a:rPr lang="en-US" altLang="ko-KR" dirty="0">
                <a:sym typeface="Wingdings" panose="05000000000000000000" pitchFamily="2" charset="2"/>
              </a:rPr>
              <a:t>Image </a:t>
            </a:r>
            <a:r>
              <a:rPr lang="ko-KR" altLang="en-US" dirty="0">
                <a:sym typeface="Wingdings" panose="05000000000000000000" pitchFamily="2" charset="2"/>
              </a:rPr>
              <a:t>번호 결정 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F77E6-0DB9-4974-9955-EA818E8A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826" y="3039075"/>
            <a:ext cx="2486941" cy="3074406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C459040A-FDFA-4E07-872D-91D33FC87473}"/>
              </a:ext>
            </a:extLst>
          </p:cNvPr>
          <p:cNvSpPr/>
          <p:nvPr/>
        </p:nvSpPr>
        <p:spPr bwMode="auto">
          <a:xfrm>
            <a:off x="6036963" y="3282356"/>
            <a:ext cx="2873674" cy="1078812"/>
          </a:xfrm>
          <a:prstGeom prst="wedgeRectCallout">
            <a:avLst>
              <a:gd name="adj1" fmla="val -3347"/>
              <a:gd name="adj2" fmla="val 175731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Booting Count </a:t>
            </a: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및 </a:t>
            </a:r>
            <a:endParaRPr kumimoji="1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Booting Image </a:t>
            </a: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번호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06A53-DE8E-4362-8F1B-D98706FC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45" y="3114575"/>
            <a:ext cx="4455981" cy="17800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424029-2390-46EA-B9C1-3EBAACBC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45" y="4920229"/>
            <a:ext cx="2128007" cy="1451996"/>
          </a:xfrm>
          <a:prstGeom prst="rect">
            <a:avLst/>
          </a:prstGeom>
        </p:spPr>
      </p:pic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3BC0E8BD-1073-43BF-AD9D-77C2A84B859A}"/>
              </a:ext>
            </a:extLst>
          </p:cNvPr>
          <p:cNvSpPr/>
          <p:nvPr/>
        </p:nvSpPr>
        <p:spPr bwMode="auto">
          <a:xfrm>
            <a:off x="2845564" y="5712903"/>
            <a:ext cx="2313665" cy="516446"/>
          </a:xfrm>
          <a:prstGeom prst="wedgeRectCallout">
            <a:avLst>
              <a:gd name="adj1" fmla="val -63031"/>
              <a:gd name="adj2" fmla="val 48460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추가된 </a:t>
            </a: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Field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23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9A07-8767-43C0-95B1-1DB2B4386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DTN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명령 전송 후 </a:t>
            </a:r>
            <a:r>
              <a:rPr lang="en-US" altLang="ko-KR" dirty="0"/>
              <a:t>Hang </a:t>
            </a:r>
            <a:r>
              <a:rPr lang="ko-KR" altLang="en-US" dirty="0"/>
              <a:t>현상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E433D-52D6-4FAA-A2F1-A81BB1E96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89" y="981076"/>
            <a:ext cx="8587936" cy="5412104"/>
          </a:xfrm>
        </p:spPr>
        <p:txBody>
          <a:bodyPr/>
          <a:lstStyle/>
          <a:p>
            <a:r>
              <a:rPr lang="ko-KR" altLang="en-US" dirty="0"/>
              <a:t>문제점 </a:t>
            </a:r>
            <a:endParaRPr lang="en-US" altLang="ko-KR" dirty="0"/>
          </a:p>
          <a:p>
            <a:pPr lvl="1"/>
            <a:r>
              <a:rPr lang="en-US" altLang="ko-KR" dirty="0"/>
              <a:t>DTNPL</a:t>
            </a:r>
            <a:r>
              <a:rPr lang="ko-KR" altLang="en-US" dirty="0"/>
              <a:t>이 정상적으로 </a:t>
            </a:r>
            <a:r>
              <a:rPr lang="en-US" altLang="ko-KR" dirty="0"/>
              <a:t>Booting</a:t>
            </a:r>
            <a:r>
              <a:rPr lang="ko-KR" altLang="en-US" dirty="0"/>
              <a:t>이 완료 된 후 </a:t>
            </a:r>
            <a:r>
              <a:rPr lang="en-US" altLang="ko-KR" dirty="0"/>
              <a:t>Script1 (./</a:t>
            </a:r>
            <a:r>
              <a:rPr lang="en-US" altLang="ko-KR" dirty="0" err="1"/>
              <a:t>ionstart.ipn</a:t>
            </a:r>
            <a:r>
              <a:rPr lang="en-US" altLang="ko-KR" dirty="0"/>
              <a:t> : 2E 2F 69 6F 6E 73 74 61 72 74 2E 69 70 6E) TC </a:t>
            </a:r>
            <a:r>
              <a:rPr lang="ko-KR" altLang="en-US" dirty="0"/>
              <a:t>를 전송하게 되면 </a:t>
            </a:r>
            <a:r>
              <a:rPr lang="en-US" altLang="ko-KR" dirty="0"/>
              <a:t>DTNPL</a:t>
            </a:r>
            <a:r>
              <a:rPr lang="ko-KR" altLang="en-US" dirty="0"/>
              <a:t>이 간헐 적으로 멈추는 현상이 발생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원인 분석 </a:t>
            </a:r>
            <a:endParaRPr lang="en-US" altLang="ko-KR" dirty="0"/>
          </a:p>
          <a:p>
            <a:pPr lvl="1"/>
            <a:r>
              <a:rPr lang="en-US" altLang="ko-KR" dirty="0"/>
              <a:t>UART</a:t>
            </a:r>
            <a:r>
              <a:rPr lang="ko-KR" altLang="en-US" dirty="0"/>
              <a:t> 수신이 완료 되지 않은 상태에서 </a:t>
            </a:r>
            <a:r>
              <a:rPr lang="en-US" altLang="ko-KR" dirty="0"/>
              <a:t>Soft Reset</a:t>
            </a:r>
            <a:r>
              <a:rPr lang="ko-KR" altLang="en-US" dirty="0"/>
              <a:t>을 진행하게 되면서 </a:t>
            </a:r>
            <a:r>
              <a:rPr lang="en-US" altLang="ko-KR" dirty="0"/>
              <a:t>Interrupt access Error</a:t>
            </a:r>
            <a:r>
              <a:rPr lang="ko-KR" altLang="en-US" dirty="0"/>
              <a:t>가 발생하여 동작이 멈추는</a:t>
            </a:r>
            <a:r>
              <a:rPr lang="en-US" altLang="ko-KR" dirty="0"/>
              <a:t> </a:t>
            </a:r>
            <a:r>
              <a:rPr lang="ko-KR" altLang="en-US" dirty="0"/>
              <a:t>현상이 발생하게 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 해결 방안</a:t>
            </a:r>
            <a:endParaRPr lang="en-US" altLang="ko-KR" dirty="0"/>
          </a:p>
          <a:p>
            <a:pPr lvl="1"/>
            <a:r>
              <a:rPr lang="en-US" altLang="ko-KR" dirty="0"/>
              <a:t>Soft Reset</a:t>
            </a:r>
            <a:r>
              <a:rPr lang="ko-KR" altLang="en-US" dirty="0"/>
              <a:t> 을 수행하기 전에 </a:t>
            </a:r>
            <a:r>
              <a:rPr lang="en-US" altLang="ko-KR" dirty="0"/>
              <a:t>Interrupt Handler</a:t>
            </a:r>
            <a:r>
              <a:rPr lang="ko-KR" altLang="en-US" dirty="0"/>
              <a:t>가 동작을 완료 할 수 있도록 </a:t>
            </a:r>
            <a:r>
              <a:rPr lang="en-US" altLang="ko-KR" dirty="0"/>
              <a:t>0x00</a:t>
            </a:r>
            <a:r>
              <a:rPr lang="ko-KR" altLang="en-US" dirty="0"/>
              <a:t> 번지로 </a:t>
            </a:r>
            <a:r>
              <a:rPr lang="en-US" altLang="ko-KR" dirty="0"/>
              <a:t>Jump </a:t>
            </a:r>
            <a:r>
              <a:rPr lang="ko-KR" altLang="en-US" dirty="0"/>
              <a:t>하기 전에 약 </a:t>
            </a:r>
            <a:r>
              <a:rPr lang="en-US" altLang="ko-KR" dirty="0"/>
              <a:t>1ms</a:t>
            </a:r>
            <a:r>
              <a:rPr lang="ko-KR" altLang="en-US" dirty="0"/>
              <a:t>의 </a:t>
            </a:r>
            <a:r>
              <a:rPr lang="en-US" altLang="ko-KR" dirty="0"/>
              <a:t>Sleep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을 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현재 </a:t>
            </a:r>
            <a:r>
              <a:rPr lang="en-US" altLang="ko-KR" b="1" dirty="0">
                <a:solidFill>
                  <a:srgbClr val="FF0000"/>
                </a:solidFill>
              </a:rPr>
              <a:t>ETB </a:t>
            </a:r>
            <a:r>
              <a:rPr lang="ko-KR" altLang="en-US" b="1" dirty="0">
                <a:solidFill>
                  <a:srgbClr val="FF0000"/>
                </a:solidFill>
              </a:rPr>
              <a:t>시험 버전 </a:t>
            </a:r>
            <a:r>
              <a:rPr lang="en-US" altLang="ko-KR" b="1" dirty="0">
                <a:solidFill>
                  <a:srgbClr val="FF0000"/>
                </a:solidFill>
              </a:rPr>
              <a:t>V1.4</a:t>
            </a:r>
            <a:r>
              <a:rPr lang="ko-KR" altLang="en-US" b="1" dirty="0">
                <a:solidFill>
                  <a:srgbClr val="FF0000"/>
                </a:solidFill>
              </a:rPr>
              <a:t>에서 </a:t>
            </a:r>
            <a:r>
              <a:rPr lang="en-US" altLang="ko-KR" b="1" dirty="0">
                <a:solidFill>
                  <a:srgbClr val="FF0000"/>
                </a:solidFill>
              </a:rPr>
              <a:t>V1.5</a:t>
            </a:r>
            <a:r>
              <a:rPr lang="ko-KR" altLang="en-US" b="1" dirty="0">
                <a:solidFill>
                  <a:srgbClr val="FF0000"/>
                </a:solidFill>
              </a:rPr>
              <a:t>로 변경이 필요 함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검증 방안 </a:t>
            </a:r>
            <a:endParaRPr lang="en-US" altLang="ko-KR" dirty="0"/>
          </a:p>
          <a:p>
            <a:pPr lvl="1"/>
            <a:r>
              <a:rPr lang="en-US" altLang="ko-KR" dirty="0"/>
              <a:t>TC Command : Time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SOH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Request  Script1(./</a:t>
            </a:r>
            <a:r>
              <a:rPr lang="en-US" altLang="ko-KR" dirty="0" err="1">
                <a:sym typeface="Wingdings" panose="05000000000000000000" pitchFamily="2" charset="2"/>
              </a:rPr>
              <a:t>ionstart.ipn</a:t>
            </a:r>
            <a:r>
              <a:rPr lang="en-US" altLang="ko-KR" dirty="0">
                <a:sym typeface="Wingdings" panose="05000000000000000000" pitchFamily="2" charset="2"/>
              </a:rPr>
              <a:t>)  Time Setting SOH Request Script1(</a:t>
            </a:r>
            <a:r>
              <a:rPr lang="en-US" altLang="ko-KR" dirty="0" err="1">
                <a:sym typeface="Wingdings" panose="05000000000000000000" pitchFamily="2" charset="2"/>
              </a:rPr>
              <a:t>killm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으로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순서로 반복 동작 </a:t>
            </a:r>
            <a:r>
              <a:rPr lang="en-US" altLang="ko-KR" dirty="0">
                <a:sym typeface="Wingdings" panose="05000000000000000000" pitchFamily="2" charset="2"/>
              </a:rPr>
              <a:t>aging </a:t>
            </a:r>
            <a:r>
              <a:rPr lang="ko-KR" altLang="en-US" dirty="0">
                <a:sym typeface="Wingdings" panose="05000000000000000000" pitchFamily="2" charset="2"/>
              </a:rPr>
              <a:t>시험을 진행하여 검증함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58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9A07-8767-43C0-95B1-1DB2B4386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Telemetry Command Aging test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E433D-52D6-4FAA-A2F1-A81BB1E96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89" y="981076"/>
            <a:ext cx="8587936" cy="1426564"/>
          </a:xfrm>
        </p:spPr>
        <p:txBody>
          <a:bodyPr/>
          <a:lstStyle/>
          <a:p>
            <a:r>
              <a:rPr lang="en-US" altLang="ko-KR" dirty="0"/>
              <a:t>TC Command</a:t>
            </a:r>
            <a:r>
              <a:rPr lang="ko-KR" altLang="en-US" dirty="0"/>
              <a:t>에 대한 </a:t>
            </a:r>
            <a:r>
              <a:rPr lang="en-US" altLang="ko-KR" dirty="0"/>
              <a:t>ACK </a:t>
            </a:r>
            <a:r>
              <a:rPr lang="ko-KR" altLang="en-US" dirty="0"/>
              <a:t>응답이 누락 없이 수신 되는지 확인</a:t>
            </a:r>
            <a:endParaRPr lang="en-US" altLang="ko-KR" dirty="0"/>
          </a:p>
          <a:p>
            <a:r>
              <a:rPr lang="en-US" altLang="ko-KR" dirty="0"/>
              <a:t>DTN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</a:t>
            </a:r>
            <a:r>
              <a:rPr lang="en-US" altLang="ko-KR" dirty="0"/>
              <a:t>Command</a:t>
            </a:r>
            <a:r>
              <a:rPr lang="ko-KR" altLang="en-US" dirty="0"/>
              <a:t> 전송 후 </a:t>
            </a:r>
            <a:r>
              <a:rPr lang="en-US" altLang="ko-KR" dirty="0"/>
              <a:t>ACK </a:t>
            </a:r>
            <a:r>
              <a:rPr lang="ko-KR" altLang="en-US" dirty="0"/>
              <a:t>응답과 </a:t>
            </a:r>
            <a:r>
              <a:rPr lang="en-US" altLang="ko-KR" dirty="0"/>
              <a:t>DTNPL</a:t>
            </a:r>
            <a:r>
              <a:rPr lang="ko-KR" altLang="en-US" dirty="0"/>
              <a:t>이 정상적으로 </a:t>
            </a:r>
            <a:r>
              <a:rPr lang="en-US" altLang="ko-KR" dirty="0"/>
              <a:t>Booting </a:t>
            </a:r>
            <a:r>
              <a:rPr lang="ko-KR" altLang="en-US" dirty="0"/>
              <a:t>되는지 확인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9D058D-DB20-4263-8CB6-CECCD1FE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67" y="1772112"/>
            <a:ext cx="5461233" cy="4513246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54491795-B980-42C6-8E7D-62F832D96742}"/>
              </a:ext>
            </a:extLst>
          </p:cNvPr>
          <p:cNvSpPr/>
          <p:nvPr/>
        </p:nvSpPr>
        <p:spPr bwMode="auto">
          <a:xfrm>
            <a:off x="311589" y="3829576"/>
            <a:ext cx="1710157" cy="587229"/>
          </a:xfrm>
          <a:prstGeom prst="wedgeRoundRectCallout">
            <a:avLst>
              <a:gd name="adj1" fmla="val 75413"/>
              <a:gd name="adj2" fmla="val 65357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응답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Log 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확인</a:t>
            </a:r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FDDF79FC-F138-48EA-9379-392D28B3D2F4}"/>
              </a:ext>
            </a:extLst>
          </p:cNvPr>
          <p:cNvSpPr/>
          <p:nvPr/>
        </p:nvSpPr>
        <p:spPr bwMode="auto">
          <a:xfrm>
            <a:off x="311589" y="4760754"/>
            <a:ext cx="1710157" cy="587229"/>
          </a:xfrm>
          <a:prstGeom prst="wedgeRoundRectCallout">
            <a:avLst>
              <a:gd name="adj1" fmla="val 75413"/>
              <a:gd name="adj2" fmla="val 65357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송신 </a:t>
            </a:r>
            <a:r>
              <a:rPr lang="ko-KR" altLang="en-US" sz="1400" dirty="0"/>
              <a:t>데이터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Log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확인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22EEC40D-9D1A-4B75-8A96-A7879E957F1A}"/>
              </a:ext>
            </a:extLst>
          </p:cNvPr>
          <p:cNvSpPr/>
          <p:nvPr/>
        </p:nvSpPr>
        <p:spPr bwMode="auto">
          <a:xfrm>
            <a:off x="311588" y="5545126"/>
            <a:ext cx="1710157" cy="587229"/>
          </a:xfrm>
          <a:prstGeom prst="wedgeRoundRectCallout">
            <a:avLst>
              <a:gd name="adj1" fmla="val 78356"/>
              <a:gd name="adj2" fmla="val 29643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진행 상태 확인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2344FD18-AFA6-46A7-8FBA-535E293B2EB4}"/>
              </a:ext>
            </a:extLst>
          </p:cNvPr>
          <p:cNvSpPr/>
          <p:nvPr/>
        </p:nvSpPr>
        <p:spPr bwMode="auto">
          <a:xfrm>
            <a:off x="6141938" y="2824993"/>
            <a:ext cx="1710157" cy="587229"/>
          </a:xfrm>
          <a:prstGeom prst="wedgeRoundRectCallout">
            <a:avLst>
              <a:gd name="adj1" fmla="val 39604"/>
              <a:gd name="adj2" fmla="val 131071"/>
              <a:gd name="adj3" fmla="val 16667"/>
            </a:avLst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/>
              <a:t>Boot Count </a:t>
            </a:r>
            <a:r>
              <a:rPr lang="ko-KR" altLang="en-US" sz="1600" dirty="0"/>
              <a:t>확인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E257D-D3A8-4154-B22D-54AF1005C8D5}"/>
              </a:ext>
            </a:extLst>
          </p:cNvPr>
          <p:cNvSpPr txBox="1"/>
          <p:nvPr/>
        </p:nvSpPr>
        <p:spPr>
          <a:xfrm>
            <a:off x="2286000" y="318768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6149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351CFB-5101-4A54-8CCE-E96C0949D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SOH Calibration </a:t>
            </a:r>
            <a:r>
              <a:rPr lang="ko-KR" altLang="en-US" dirty="0"/>
              <a:t>튜닝</a:t>
            </a:r>
            <a:endParaRPr lang="en-US" altLang="ko-KR" dirty="0"/>
          </a:p>
          <a:p>
            <a:pPr lvl="1"/>
            <a:r>
              <a:rPr lang="ko-KR" altLang="en-US" dirty="0"/>
              <a:t>기존 </a:t>
            </a:r>
            <a:r>
              <a:rPr lang="en-US" altLang="ko-KR" dirty="0"/>
              <a:t>SOH </a:t>
            </a:r>
            <a:r>
              <a:rPr lang="ko-KR" altLang="en-US" dirty="0"/>
              <a:t>데이터 표기 값과 실제 값과의 오차가 있는 부분에</a:t>
            </a:r>
            <a:r>
              <a:rPr lang="en-US" altLang="ko-KR" dirty="0"/>
              <a:t> </a:t>
            </a:r>
            <a:r>
              <a:rPr lang="ko-KR" altLang="en-US" dirty="0"/>
              <a:t>대한 세부 튜닝</a:t>
            </a:r>
            <a:endParaRPr lang="en-US" altLang="ko-KR" dirty="0"/>
          </a:p>
          <a:p>
            <a:pPr lvl="1"/>
            <a:r>
              <a:rPr lang="ko-KR" altLang="en-US" dirty="0"/>
              <a:t>이에 따라 </a:t>
            </a:r>
            <a:r>
              <a:rPr lang="en-US" altLang="ko-KR" dirty="0"/>
              <a:t>Cal curve </a:t>
            </a:r>
            <a:r>
              <a:rPr lang="ko-KR" altLang="en-US" dirty="0"/>
              <a:t>업데이트 완료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D425BC-0836-45EC-89F1-43DBE73332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7" t="14516" r="40734" b="57046"/>
          <a:stretch/>
        </p:blipFill>
        <p:spPr>
          <a:xfrm>
            <a:off x="6584192" y="3309224"/>
            <a:ext cx="2288691" cy="2591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9F12B2-0B65-4E15-AB2E-E02D42771C62}"/>
              </a:ext>
            </a:extLst>
          </p:cNvPr>
          <p:cNvSpPr txBox="1"/>
          <p:nvPr/>
        </p:nvSpPr>
        <p:spPr>
          <a:xfrm>
            <a:off x="6935021" y="5912584"/>
            <a:ext cx="1511939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시험 결과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17B5F1-645C-46E6-96F9-122FFF26E094}"/>
              </a:ext>
            </a:extLst>
          </p:cNvPr>
          <p:cNvSpPr/>
          <p:nvPr/>
        </p:nvSpPr>
        <p:spPr bwMode="auto">
          <a:xfrm>
            <a:off x="6632038" y="3319718"/>
            <a:ext cx="2176402" cy="110398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29981A0-CB5B-4871-961C-C40EB02DD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09" y="3066588"/>
            <a:ext cx="6077679" cy="10513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12AA36-E7F3-421B-8ED4-A21AE0E450EE}"/>
              </a:ext>
            </a:extLst>
          </p:cNvPr>
          <p:cNvSpPr/>
          <p:nvPr/>
        </p:nvSpPr>
        <p:spPr bwMode="auto">
          <a:xfrm>
            <a:off x="257809" y="2712790"/>
            <a:ext cx="1028700" cy="251367"/>
          </a:xfrm>
          <a:prstGeom prst="rect">
            <a:avLst/>
          </a:prstGeom>
          <a:solidFill>
            <a:srgbClr val="FF0000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b="1" dirty="0">
                <a:solidFill>
                  <a:schemeClr val="bg1"/>
                </a:solidFill>
              </a:rPr>
              <a:t>변경 전</a:t>
            </a: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3134D1-2AD0-4624-8942-8E8A45E9A099}"/>
              </a:ext>
            </a:extLst>
          </p:cNvPr>
          <p:cNvSpPr/>
          <p:nvPr/>
        </p:nvSpPr>
        <p:spPr bwMode="auto">
          <a:xfrm>
            <a:off x="244475" y="4289924"/>
            <a:ext cx="1028700" cy="251367"/>
          </a:xfrm>
          <a:prstGeom prst="rect">
            <a:avLst/>
          </a:prstGeom>
          <a:solidFill>
            <a:srgbClr val="FF0000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b="1" dirty="0">
                <a:solidFill>
                  <a:schemeClr val="bg1"/>
                </a:solidFill>
              </a:rPr>
              <a:t>변경  후</a:t>
            </a: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2445C-9FE4-4F4D-BD90-9C98E7AD8942}"/>
              </a:ext>
            </a:extLst>
          </p:cNvPr>
          <p:cNvSpPr/>
          <p:nvPr/>
        </p:nvSpPr>
        <p:spPr bwMode="auto">
          <a:xfrm>
            <a:off x="6647278" y="2898099"/>
            <a:ext cx="1028700" cy="251367"/>
          </a:xfrm>
          <a:prstGeom prst="rect">
            <a:avLst/>
          </a:prstGeom>
          <a:solidFill>
            <a:srgbClr val="FF0000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b="1" dirty="0">
                <a:solidFill>
                  <a:schemeClr val="bg1"/>
                </a:solidFill>
              </a:rPr>
              <a:t>결과 확인</a:t>
            </a:r>
            <a:endParaRPr kumimoji="1" lang="ko-KR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500B9DB-7808-4C1C-A28D-FD0B8E459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4386"/>
            <a:ext cx="6705600" cy="706437"/>
          </a:xfrm>
        </p:spPr>
        <p:txBody>
          <a:bodyPr/>
          <a:lstStyle/>
          <a:p>
            <a:r>
              <a:rPr lang="en-US" altLang="ko-KR" dirty="0"/>
              <a:t>SOH Calibration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DD6AF3-ED3A-41AF-A6B9-1430546C0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76" y="4738236"/>
            <a:ext cx="6225343" cy="105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6177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42415</TotalTime>
  <Words>469</Words>
  <Application>Microsoft Office PowerPoint</Application>
  <PresentationFormat>화면 슬라이드 쇼(4:3)</PresentationFormat>
  <Paragraphs>47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Arial</vt:lpstr>
      <vt:lpstr>Arial Black</vt:lpstr>
      <vt:lpstr>Times New Roman</vt:lpstr>
      <vt:lpstr>Wingdings</vt:lpstr>
      <vt:lpstr>기본 디자인</vt:lpstr>
      <vt:lpstr>ISSUE 사항 정리 (WPR_2020.09.25)    ’20.09.25 Lumir</vt:lpstr>
      <vt:lpstr>Version 표시 방법</vt:lpstr>
      <vt:lpstr>SOH Data Field 변경의 건</vt:lpstr>
      <vt:lpstr>DTN Reset 명령 전송 후 Hang 현상</vt:lpstr>
      <vt:lpstr>Telemetry Command Aging test</vt:lpstr>
      <vt:lpstr>SOH Calibration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1689</cp:revision>
  <cp:lastPrinted>2020-07-30T04:06:34Z</cp:lastPrinted>
  <dcterms:created xsi:type="dcterms:W3CDTF">1601-01-01T00:00:00Z</dcterms:created>
  <dcterms:modified xsi:type="dcterms:W3CDTF">2020-09-25T07:46:03Z</dcterms:modified>
</cp:coreProperties>
</file>