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423" r:id="rId2"/>
    <p:sldId id="812" r:id="rId3"/>
    <p:sldId id="1102" r:id="rId4"/>
    <p:sldId id="1103" r:id="rId5"/>
    <p:sldId id="1104" r:id="rId6"/>
  </p:sldIdLst>
  <p:sldSz cx="9144000" cy="6858000" type="screen4x3"/>
  <p:notesSz cx="7104063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14004" initials="O" lastIdx="1" clrIdx="0">
    <p:extLst>
      <p:ext uri="{19B8F6BF-5375-455C-9EA6-DF929625EA0E}">
        <p15:presenceInfo xmlns:p15="http://schemas.microsoft.com/office/powerpoint/2012/main" userId="O14004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CC66"/>
    <a:srgbClr val="FFCCFF"/>
    <a:srgbClr val="6AA8C1"/>
    <a:srgbClr val="FFCCCC"/>
    <a:srgbClr val="F2F2F2"/>
    <a:srgbClr val="EFFFB3"/>
    <a:srgbClr val="F7FEB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6370" autoAdjust="0"/>
  </p:normalViewPr>
  <p:slideViewPr>
    <p:cSldViewPr snapToGrid="0">
      <p:cViewPr varScale="1">
        <p:scale>
          <a:sx n="115" d="100"/>
          <a:sy n="115" d="100"/>
        </p:scale>
        <p:origin x="1938" y="108"/>
      </p:cViewPr>
      <p:guideLst>
        <p:guide orient="horz" pos="2160"/>
        <p:guide pos="4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8" d="100"/>
          <a:sy n="78" d="100"/>
        </p:scale>
        <p:origin x="2610" y="6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320" y="4861156"/>
            <a:ext cx="5209425" cy="4605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CEF302-C0C4-41F5-9E57-DF55FCB3FB84}" type="slidenum">
              <a:rPr lang="ko-KR" altLang="en-US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5593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188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2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8" name="Line 2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lIns="91440" tIns="45720" rIns="91440" bIns="45720"/>
          <a:lstStyle>
            <a:lvl1pPr>
              <a:defRPr sz="3000"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lIns="91440" tIns="45720" rIns="91440" bIns="45720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graphicFrame>
        <p:nvGraphicFramePr>
          <p:cNvPr id="13" name="Group 4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0214106"/>
              </p:ext>
            </p:extLst>
          </p:nvPr>
        </p:nvGraphicFramePr>
        <p:xfrm>
          <a:off x="106128" y="354284"/>
          <a:ext cx="8926360" cy="937827"/>
        </p:xfrm>
        <a:graphic>
          <a:graphicData uri="http://schemas.openxmlformats.org/drawingml/2006/table">
            <a:tbl>
              <a:tblPr/>
              <a:tblGrid>
                <a:gridCol w="981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8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7827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Rectangle 46"/>
          <p:cNvSpPr>
            <a:spLocks noChangeArrowheads="1"/>
          </p:cNvSpPr>
          <p:nvPr userDrawn="1"/>
        </p:nvSpPr>
        <p:spPr bwMode="auto">
          <a:xfrm>
            <a:off x="84343" y="87726"/>
            <a:ext cx="8948145" cy="27482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lIns="108032" tIns="54016" rIns="108032" bIns="54016" anchor="ctr"/>
          <a:lstStyle>
            <a:lvl1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1pPr>
            <a:lvl2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2pPr>
            <a:lvl3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3pPr>
            <a:lvl4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4pPr>
            <a:lvl5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9pPr>
          </a:lstStyle>
          <a:p>
            <a:pPr algn="l" eaLnBrk="1" latinLnBrk="1" hangingPunct="1">
              <a:defRPr/>
            </a:pPr>
            <a:r>
              <a:rPr lang="en-US" altLang="ko-KR" sz="16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Korea </a:t>
            </a:r>
            <a:r>
              <a:rPr lang="en-US" altLang="ko-KR" sz="1600" b="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Lunar Exploration Program - KPLO</a:t>
            </a:r>
            <a:endParaRPr lang="en-US" altLang="ko-KR" sz="16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15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9181" y="396346"/>
            <a:ext cx="862787" cy="864024"/>
          </a:xfrm>
          <a:prstGeom prst="rect">
            <a:avLst/>
          </a:prstGeom>
        </p:spPr>
      </p:pic>
      <p:pic>
        <p:nvPicPr>
          <p:cNvPr id="17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701" y="556035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9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131763"/>
            <a:ext cx="670560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75247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</a:endParaRPr>
          </a:p>
        </p:txBody>
      </p:sp>
      <p:sp>
        <p:nvSpPr>
          <p:cNvPr id="12" name="직사각형 11"/>
          <p:cNvSpPr/>
          <p:nvPr userDrawn="1"/>
        </p:nvSpPr>
        <p:spPr>
          <a:xfrm>
            <a:off x="2239622" y="6514041"/>
            <a:ext cx="465364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Confidential,</a:t>
            </a:r>
            <a:r>
              <a:rPr lang="en-US" altLang="ko-KR" sz="1200" b="0" baseline="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Distribution Limited</a:t>
            </a:r>
            <a:endParaRPr lang="ko-KR" altLang="en-US" sz="12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94487" y="-23213"/>
            <a:ext cx="862787" cy="864024"/>
          </a:xfrm>
          <a:prstGeom prst="rect">
            <a:avLst/>
          </a:prstGeom>
        </p:spPr>
      </p:pic>
      <p:pic>
        <p:nvPicPr>
          <p:cNvPr id="13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945" y="244061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886075"/>
            <a:ext cx="7772400" cy="2460476"/>
          </a:xfrm>
        </p:spPr>
        <p:txBody>
          <a:bodyPr/>
          <a:lstStyle/>
          <a:p>
            <a:r>
              <a:rPr lang="en-US" altLang="ko-KR" sz="3600" dirty="0"/>
              <a:t>Weekly Progress Report </a:t>
            </a:r>
            <a:r>
              <a:rPr lang="en-US" altLang="ko-KR" sz="3200" b="0" dirty="0"/>
              <a:t>(WPR_2020.07.30)</a:t>
            </a:r>
            <a:r>
              <a:rPr lang="en-US" altLang="ko-KR" sz="3200" dirty="0"/>
              <a:t/>
            </a:r>
            <a:br>
              <a:rPr lang="en-US" altLang="ko-KR" sz="32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2400" b="0" dirty="0"/>
              <a:t>’20.07.30</a:t>
            </a:r>
            <a:br>
              <a:rPr lang="en-US" altLang="ko-KR" sz="2400" b="0" dirty="0"/>
            </a:br>
            <a:r>
              <a:rPr lang="en-US" altLang="ko-KR" sz="2400" b="0" dirty="0" err="1"/>
              <a:t>Lumir</a:t>
            </a:r>
            <a:endParaRPr lang="ko-KR" altLang="en-US" sz="2400" b="0" dirty="0"/>
          </a:p>
        </p:txBody>
      </p:sp>
      <p:sp>
        <p:nvSpPr>
          <p:cNvPr id="4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DTNPL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7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</a:rPr>
              <a:t>Contents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2" y="981307"/>
            <a:ext cx="8910637" cy="5191424"/>
          </a:xfrm>
        </p:spPr>
        <p:txBody>
          <a:bodyPr/>
          <a:lstStyle/>
          <a:p>
            <a:r>
              <a:rPr lang="ko-KR" altLang="en-US" dirty="0">
                <a:sym typeface="Wingdings" panose="05000000000000000000" pitchFamily="2" charset="2"/>
              </a:rPr>
              <a:t>환경시험 현황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smtClean="0">
                <a:sym typeface="Wingdings" panose="05000000000000000000" pitchFamily="2" charset="2"/>
              </a:rPr>
              <a:t>TRS</a:t>
            </a:r>
            <a:r>
              <a:rPr lang="ko-KR" altLang="en-US" dirty="0" smtClean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Lists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TRS </a:t>
            </a:r>
            <a:r>
              <a:rPr lang="ko-KR" altLang="en-US" dirty="0">
                <a:sym typeface="Wingdings" panose="05000000000000000000" pitchFamily="2" charset="2"/>
              </a:rPr>
              <a:t>진행현황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smtClean="0">
                <a:sym typeface="Wingdings" panose="05000000000000000000" pitchFamily="2" charset="2"/>
              </a:rPr>
              <a:t>EMC Issue</a:t>
            </a:r>
          </a:p>
          <a:p>
            <a:r>
              <a:rPr lang="ko-KR" altLang="en-US" smtClean="0">
                <a:sym typeface="Wingdings" panose="05000000000000000000" pitchFamily="2" charset="2"/>
              </a:rPr>
              <a:t>전송 속도 개선 방안</a:t>
            </a:r>
            <a:endParaRPr lang="en-US" altLang="ko-KR" dirty="0" smtClean="0">
              <a:sym typeface="Wingdings" panose="05000000000000000000" pitchFamily="2" charset="2"/>
            </a:endParaRPr>
          </a:p>
          <a:p>
            <a:endParaRPr lang="en-US" altLang="ko-KR" dirty="0" smtClean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880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Transmitte</a:t>
            </a:r>
            <a:r>
              <a:rPr lang="en-US" altLang="ko-KR" dirty="0" smtClean="0"/>
              <a:t> Speed </a:t>
            </a:r>
            <a:r>
              <a:rPr lang="ko-KR" altLang="en-US" dirty="0"/>
              <a:t>개선 방안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Overview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현재 </a:t>
            </a:r>
            <a:r>
              <a:rPr lang="en-US" altLang="ko-KR" dirty="0"/>
              <a:t>LEON3 Single Core 40MHz Clock </a:t>
            </a:r>
            <a:r>
              <a:rPr lang="ko-KR" altLang="en-US" dirty="0"/>
              <a:t>으로 시스템을 구동하고 있음</a:t>
            </a:r>
            <a:r>
              <a:rPr lang="en-US" altLang="ko-KR" dirty="0"/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CPU</a:t>
            </a:r>
            <a:r>
              <a:rPr lang="ko-KR" altLang="en-US" dirty="0"/>
              <a:t>의 </a:t>
            </a:r>
            <a:r>
              <a:rPr lang="en-US" altLang="ko-KR" dirty="0"/>
              <a:t>Performance </a:t>
            </a:r>
            <a:r>
              <a:rPr lang="ko-KR" altLang="en-US" dirty="0"/>
              <a:t>대비 너무 많은 </a:t>
            </a:r>
            <a:r>
              <a:rPr lang="en-US" altLang="ko-KR" dirty="0"/>
              <a:t>Process</a:t>
            </a:r>
            <a:r>
              <a:rPr lang="ko-KR" altLang="en-US" dirty="0"/>
              <a:t>가 구동이 되고 있어 성능 감소가 발생되고 있음</a:t>
            </a:r>
            <a:r>
              <a:rPr lang="en-US" altLang="ko-KR" dirty="0"/>
              <a:t>.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SBC </a:t>
            </a:r>
            <a:r>
              <a:rPr lang="en-US" altLang="ko-KR" dirty="0"/>
              <a:t>F/W</a:t>
            </a:r>
            <a:r>
              <a:rPr lang="ko-KR" altLang="en-US" dirty="0"/>
              <a:t>의 </a:t>
            </a:r>
            <a:r>
              <a:rPr lang="en-US" altLang="ko-KR" dirty="0" smtClean="0"/>
              <a:t>Task </a:t>
            </a:r>
            <a:r>
              <a:rPr lang="ko-KR" altLang="en-US" dirty="0" smtClean="0"/>
              <a:t>운용 주기가 </a:t>
            </a:r>
            <a:r>
              <a:rPr lang="en-US" altLang="ko-KR" dirty="0" smtClean="0"/>
              <a:t>10ms </a:t>
            </a:r>
            <a:r>
              <a:rPr lang="ko-KR" altLang="en-US" dirty="0" smtClean="0"/>
              <a:t>로 </a:t>
            </a:r>
            <a:r>
              <a:rPr lang="ko-KR" altLang="en-US" dirty="0"/>
              <a:t>구동해야 정상적으로 구동이 되고 있음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 </a:t>
            </a:r>
            <a:r>
              <a:rPr lang="ko-KR" altLang="en-US" dirty="0"/>
              <a:t>부분은 </a:t>
            </a:r>
            <a:r>
              <a:rPr lang="en-US" altLang="ko-KR" dirty="0"/>
              <a:t>USRT </a:t>
            </a:r>
            <a:r>
              <a:rPr lang="ko-KR" altLang="en-US" dirty="0" smtClean="0"/>
              <a:t>전송 시 </a:t>
            </a:r>
            <a:r>
              <a:rPr lang="ko-KR" altLang="en-US" dirty="0"/>
              <a:t>데이터 전송 </a:t>
            </a:r>
            <a:r>
              <a:rPr lang="en-US" altLang="ko-KR" dirty="0"/>
              <a:t>Duty Cycle</a:t>
            </a:r>
            <a:r>
              <a:rPr lang="ko-KR" altLang="en-US" dirty="0"/>
              <a:t>상에서 상당히 긴 시간의 </a:t>
            </a:r>
            <a:r>
              <a:rPr lang="en-US" altLang="ko-KR" dirty="0"/>
              <a:t>off time</a:t>
            </a:r>
            <a:r>
              <a:rPr lang="ko-KR" altLang="en-US" dirty="0"/>
              <a:t>이 소요가 </a:t>
            </a:r>
            <a:r>
              <a:rPr lang="ko-KR" altLang="en-US" dirty="0" smtClean="0"/>
              <a:t>되어 </a:t>
            </a:r>
            <a:r>
              <a:rPr lang="ko-KR" altLang="en-US" dirty="0"/>
              <a:t>전체적인 전송 속도의 저하가 발생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UDP</a:t>
            </a:r>
            <a:r>
              <a:rPr lang="ko-KR" altLang="en-US" dirty="0"/>
              <a:t>로 데이터 </a:t>
            </a:r>
            <a:r>
              <a:rPr lang="ko-KR" altLang="en-US" dirty="0" smtClean="0"/>
              <a:t>수신 간의 </a:t>
            </a:r>
            <a:r>
              <a:rPr lang="ko-KR" altLang="en-US" dirty="0"/>
              <a:t>시간 간격이 너무 넓어 </a:t>
            </a:r>
            <a:r>
              <a:rPr lang="en-US" altLang="ko-KR" dirty="0"/>
              <a:t>USRT </a:t>
            </a:r>
            <a:r>
              <a:rPr lang="ko-KR" altLang="en-US" dirty="0"/>
              <a:t>전송 </a:t>
            </a:r>
            <a:r>
              <a:rPr lang="ko-KR" altLang="en-US" dirty="0" smtClean="0"/>
              <a:t>속도</a:t>
            </a:r>
            <a:r>
              <a:rPr lang="ko-KR" altLang="en-US" dirty="0"/>
              <a:t>에</a:t>
            </a:r>
            <a:r>
              <a:rPr lang="ko-KR" altLang="en-US" dirty="0" smtClean="0"/>
              <a:t> </a:t>
            </a:r>
            <a:r>
              <a:rPr lang="ko-KR" altLang="en-US" dirty="0"/>
              <a:t>영향을 주고 있음</a:t>
            </a:r>
            <a:r>
              <a:rPr lang="en-US" altLang="ko-KR" dirty="0"/>
              <a:t>.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ko-KR" altLang="en-US" dirty="0" smtClean="0"/>
              <a:t>현황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>USRT </a:t>
            </a:r>
            <a:r>
              <a:rPr lang="ko-KR" altLang="en-US" dirty="0"/>
              <a:t>전송 시간 </a:t>
            </a:r>
            <a:r>
              <a:rPr lang="en-US" altLang="ko-KR" dirty="0"/>
              <a:t>(4ms) + CRC Check (1ms) + idle time (5ms)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7183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개선 목표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전송 목표 속도 </a:t>
            </a:r>
            <a:r>
              <a:rPr lang="en-US" altLang="ko-KR" dirty="0"/>
              <a:t>: </a:t>
            </a:r>
            <a:r>
              <a:rPr lang="en-US" altLang="ko-KR" dirty="0" smtClean="0"/>
              <a:t>2Mbps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수정된 </a:t>
            </a:r>
            <a:r>
              <a:rPr lang="ko-KR" altLang="en-US" dirty="0"/>
              <a:t>목표  </a:t>
            </a:r>
            <a:r>
              <a:rPr lang="en-US" altLang="ko-KR" dirty="0"/>
              <a:t>ION S/W UDP  </a:t>
            </a:r>
            <a:r>
              <a:rPr lang="en-US" altLang="ko-KR" dirty="0" err="1"/>
              <a:t>transmitte</a:t>
            </a:r>
            <a:r>
              <a:rPr lang="en-US" altLang="ko-KR" dirty="0"/>
              <a:t> speed is up to </a:t>
            </a:r>
            <a:r>
              <a:rPr lang="en-US" altLang="ko-KR" dirty="0" smtClean="0"/>
              <a:t>1.5MBps</a:t>
            </a:r>
            <a:br>
              <a:rPr lang="en-US" altLang="ko-KR" dirty="0" smtClean="0"/>
            </a:br>
            <a:r>
              <a:rPr lang="en-US" altLang="ko-KR" dirty="0" smtClean="0"/>
              <a:t>                       </a:t>
            </a:r>
            <a:r>
              <a:rPr lang="en-US" altLang="ko-KR" dirty="0"/>
              <a:t>SBC F/W USRT </a:t>
            </a:r>
            <a:r>
              <a:rPr lang="en-US" altLang="ko-KR" dirty="0" err="1"/>
              <a:t>transmitte</a:t>
            </a:r>
            <a:r>
              <a:rPr lang="en-US" altLang="ko-KR" dirty="0"/>
              <a:t> speed is up to </a:t>
            </a:r>
            <a:r>
              <a:rPr lang="en-US" altLang="ko-KR" dirty="0" smtClean="0"/>
              <a:t>1.6Mbps</a:t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ko-KR" altLang="en-US" dirty="0"/>
              <a:t>현재까지의 시험 결과는 </a:t>
            </a:r>
            <a:r>
              <a:rPr lang="en-US" altLang="ko-KR" dirty="0"/>
              <a:t>USRT </a:t>
            </a:r>
            <a:r>
              <a:rPr lang="ko-KR" altLang="en-US" dirty="0"/>
              <a:t>최대 전송 속도는 </a:t>
            </a:r>
            <a:r>
              <a:rPr lang="en-US" altLang="ko-KR" dirty="0" smtClean="0"/>
              <a:t>800K~900Kbps</a:t>
            </a:r>
          </a:p>
          <a:p>
            <a:endParaRPr lang="en-US" altLang="ko-KR" dirty="0"/>
          </a:p>
          <a:p>
            <a:r>
              <a:rPr lang="en-US" altLang="ko-KR" dirty="0"/>
              <a:t>  </a:t>
            </a:r>
            <a:r>
              <a:rPr lang="en-US" altLang="ko-KR" dirty="0" smtClean="0"/>
              <a:t>USRT </a:t>
            </a:r>
            <a:r>
              <a:rPr lang="ko-KR" altLang="en-US" dirty="0" err="1"/>
              <a:t>전송시</a:t>
            </a:r>
            <a:r>
              <a:rPr lang="ko-KR" altLang="en-US" dirty="0"/>
              <a:t> </a:t>
            </a:r>
            <a:r>
              <a:rPr lang="en-US" altLang="ko-KR" dirty="0"/>
              <a:t>pause Time(idle )</a:t>
            </a:r>
            <a:r>
              <a:rPr lang="ko-KR" altLang="en-US" dirty="0"/>
              <a:t>이 상대적으로 커 전송속도 상승이 </a:t>
            </a:r>
            <a:r>
              <a:rPr lang="ko-KR" altLang="en-US" dirty="0" smtClean="0"/>
              <a:t>제한적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     - CRC </a:t>
            </a:r>
            <a:r>
              <a:rPr lang="en-US" altLang="ko-KR" dirty="0"/>
              <a:t>Check </a:t>
            </a:r>
            <a:r>
              <a:rPr lang="ko-KR" altLang="en-US" dirty="0"/>
              <a:t>적용 여부에 따라 전송 속도의 변화가 있음</a:t>
            </a:r>
            <a:r>
              <a:rPr lang="en-US" altLang="ko-KR" dirty="0"/>
              <a:t>. </a:t>
            </a:r>
          </a:p>
          <a:p>
            <a:r>
              <a:rPr lang="ko-KR" altLang="en-US" dirty="0" smtClean="0"/>
              <a:t>계산 </a:t>
            </a:r>
            <a:r>
              <a:rPr lang="ko-KR" altLang="en-US" dirty="0"/>
              <a:t>값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- 10ms </a:t>
            </a:r>
            <a:r>
              <a:rPr lang="en-US" altLang="ko-KR" dirty="0"/>
              <a:t>Task</a:t>
            </a:r>
            <a:r>
              <a:rPr lang="ko-KR" altLang="en-US" dirty="0"/>
              <a:t>로 운용 시 </a:t>
            </a:r>
            <a:r>
              <a:rPr lang="en-US" altLang="ko-KR" dirty="0" smtClean="0"/>
              <a:t>( </a:t>
            </a:r>
            <a:r>
              <a:rPr lang="en-US" altLang="ko-KR" dirty="0" smtClean="0">
                <a:solidFill>
                  <a:srgbClr val="FF0000"/>
                </a:solidFill>
              </a:rPr>
              <a:t>Task </a:t>
            </a:r>
            <a:r>
              <a:rPr lang="ko-KR" altLang="en-US" dirty="0" smtClean="0">
                <a:solidFill>
                  <a:srgbClr val="FF0000"/>
                </a:solidFill>
              </a:rPr>
              <a:t>실행 주기를 </a:t>
            </a:r>
            <a:r>
              <a:rPr lang="en-US" altLang="ko-KR" dirty="0" smtClean="0">
                <a:solidFill>
                  <a:srgbClr val="FF0000"/>
                </a:solidFill>
              </a:rPr>
              <a:t>5ms</a:t>
            </a:r>
            <a:r>
              <a:rPr lang="ko-KR" altLang="en-US" dirty="0" smtClean="0">
                <a:solidFill>
                  <a:srgbClr val="FF0000"/>
                </a:solidFill>
              </a:rPr>
              <a:t>로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할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경우 정상동작 하지 않음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ko-KR" altLang="en-US" sz="1400" dirty="0" smtClean="0"/>
              <a:t>  </a:t>
            </a:r>
            <a:r>
              <a:rPr lang="en-US" altLang="ko-KR" sz="1400" dirty="0"/>
              <a:t>1024 * 2</a:t>
            </a:r>
            <a:r>
              <a:rPr lang="ko-KR" altLang="en-US" sz="1400" dirty="0"/>
              <a:t>회 </a:t>
            </a:r>
            <a:r>
              <a:rPr lang="en-US" altLang="ko-KR" sz="1400" dirty="0"/>
              <a:t>(2048)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8.192ms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82% -&gt; 2Mbps * 82% = </a:t>
            </a:r>
            <a:r>
              <a:rPr lang="en-US" altLang="ko-KR" sz="1400" dirty="0" smtClean="0"/>
              <a:t>1.64Mbps</a:t>
            </a:r>
            <a:br>
              <a:rPr lang="en-US" altLang="ko-KR" sz="1400" dirty="0" smtClean="0"/>
            </a:br>
            <a:r>
              <a:rPr lang="en-US" altLang="ko-KR" sz="1400" dirty="0" smtClean="0"/>
              <a:t>  </a:t>
            </a:r>
            <a:r>
              <a:rPr lang="en-US" altLang="ko-KR" sz="1400" dirty="0"/>
              <a:t>1024 * 1</a:t>
            </a:r>
            <a:r>
              <a:rPr lang="ko-KR" altLang="en-US" sz="1400" dirty="0"/>
              <a:t>회 </a:t>
            </a:r>
            <a:r>
              <a:rPr lang="en-US" altLang="ko-KR" sz="1400" dirty="0"/>
              <a:t>(1024)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4.096ms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41% -&gt; 2Mbps * 41% = 0.82Mbps</a:t>
            </a:r>
          </a:p>
          <a:p>
            <a:r>
              <a:rPr lang="ko-KR" altLang="en-US" dirty="0" smtClean="0"/>
              <a:t>검토 사항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USRT </a:t>
            </a:r>
            <a:r>
              <a:rPr lang="en-US" altLang="ko-KR" dirty="0"/>
              <a:t>Clock</a:t>
            </a:r>
            <a:r>
              <a:rPr lang="ko-KR" altLang="en-US" dirty="0"/>
              <a:t>을 </a:t>
            </a:r>
            <a:r>
              <a:rPr lang="en-US" altLang="ko-KR" dirty="0"/>
              <a:t>4MHz</a:t>
            </a:r>
            <a:r>
              <a:rPr lang="ko-KR" altLang="en-US" dirty="0"/>
              <a:t>로 설정을 할 경우 속도의 변화가 어떻게 되는지</a:t>
            </a:r>
            <a:r>
              <a:rPr lang="en-US" altLang="ko-KR" dirty="0" smtClean="0"/>
              <a:t>?</a:t>
            </a:r>
            <a:br>
              <a:rPr lang="en-US" altLang="ko-KR" dirty="0" smtClean="0"/>
            </a:br>
            <a:r>
              <a:rPr lang="en-US" altLang="ko-KR" dirty="0" smtClean="0"/>
              <a:t>Estimation</a:t>
            </a:r>
            <a:r>
              <a:rPr lang="ko-KR" altLang="en-US" dirty="0"/>
              <a:t>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z="1400" dirty="0" smtClean="0"/>
              <a:t> </a:t>
            </a:r>
            <a:r>
              <a:rPr lang="en-US" altLang="ko-KR" sz="1400" dirty="0"/>
              <a:t>1024 * </a:t>
            </a:r>
            <a:r>
              <a:rPr lang="en-US" altLang="ko-KR" sz="1400" dirty="0" smtClean="0"/>
              <a:t>4</a:t>
            </a:r>
            <a:r>
              <a:rPr lang="ko-KR" altLang="en-US" sz="1400" dirty="0" smtClean="0"/>
              <a:t>회 </a:t>
            </a:r>
            <a:r>
              <a:rPr lang="en-US" altLang="ko-KR" sz="1400" dirty="0" smtClean="0"/>
              <a:t>(4096) </a:t>
            </a:r>
            <a:r>
              <a:rPr lang="en-US" altLang="ko-KR" sz="1400" dirty="0"/>
              <a:t>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8.192ms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82% </a:t>
            </a:r>
            <a:r>
              <a:rPr lang="en-US" altLang="ko-KR" sz="1400" dirty="0"/>
              <a:t>-&gt; </a:t>
            </a:r>
            <a:r>
              <a:rPr lang="en-US" altLang="ko-KR" sz="1400" dirty="0" smtClean="0"/>
              <a:t>4Mbps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82%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3.24Mbps</a:t>
            </a:r>
            <a:br>
              <a:rPr lang="en-US" altLang="ko-KR" sz="1400" dirty="0" smtClean="0"/>
            </a:br>
            <a:r>
              <a:rPr lang="en-US" altLang="ko-KR" sz="1400" dirty="0" smtClean="0"/>
              <a:t> 1024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3</a:t>
            </a:r>
            <a:r>
              <a:rPr lang="ko-KR" altLang="en-US" sz="1400" dirty="0" smtClean="0"/>
              <a:t>회 </a:t>
            </a:r>
            <a:r>
              <a:rPr lang="en-US" altLang="ko-KR" sz="1400" dirty="0" smtClean="0"/>
              <a:t>(3072) </a:t>
            </a:r>
            <a:r>
              <a:rPr lang="en-US" altLang="ko-KR" sz="1400" dirty="0"/>
              <a:t>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6.144ms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61% </a:t>
            </a:r>
            <a:r>
              <a:rPr lang="en-US" altLang="ko-KR" sz="1400" dirty="0"/>
              <a:t>-&gt; 4Mbps * </a:t>
            </a:r>
            <a:r>
              <a:rPr lang="en-US" altLang="ko-KR" sz="1400" dirty="0" smtClean="0"/>
              <a:t>61%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2.44Mbps</a:t>
            </a:r>
            <a:br>
              <a:rPr lang="en-US" altLang="ko-KR" sz="1400" dirty="0" smtClean="0"/>
            </a:br>
            <a:r>
              <a:rPr lang="ko-KR" altLang="en-US" sz="1400" dirty="0"/>
              <a:t> </a:t>
            </a:r>
            <a:r>
              <a:rPr lang="en-US" altLang="ko-KR" sz="1400" dirty="0"/>
              <a:t>1024 * 2</a:t>
            </a:r>
            <a:r>
              <a:rPr lang="ko-KR" altLang="en-US" sz="1400" dirty="0"/>
              <a:t>회 </a:t>
            </a:r>
            <a:r>
              <a:rPr lang="en-US" altLang="ko-KR" sz="1400" dirty="0"/>
              <a:t>(2048)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4.096ms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41% -&gt; 4Mbps * 41% = 1.64Mbps</a:t>
            </a:r>
            <a:br>
              <a:rPr lang="en-US" altLang="ko-KR" sz="1400" dirty="0"/>
            </a:br>
            <a:r>
              <a:rPr lang="en-US" altLang="ko-KR" sz="1400" dirty="0" smtClean="0"/>
              <a:t> </a:t>
            </a:r>
            <a:r>
              <a:rPr lang="en-US" altLang="ko-KR" sz="1400" dirty="0"/>
              <a:t>1024 * 1</a:t>
            </a:r>
            <a:r>
              <a:rPr lang="ko-KR" altLang="en-US" sz="1400" dirty="0"/>
              <a:t>회 </a:t>
            </a:r>
            <a:r>
              <a:rPr lang="en-US" altLang="ko-KR" sz="1400" dirty="0"/>
              <a:t>(1024)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2.048ms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21% </a:t>
            </a:r>
            <a:r>
              <a:rPr lang="en-US" altLang="ko-KR" sz="1400" dirty="0"/>
              <a:t>-&gt; </a:t>
            </a:r>
            <a:r>
              <a:rPr lang="en-US" altLang="ko-KR" sz="1400" dirty="0" smtClean="0"/>
              <a:t>4Mbps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21%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0.84Mbps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25814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장기</a:t>
            </a:r>
            <a:r>
              <a:rPr lang="en-US" altLang="ko-KR" dirty="0" smtClean="0"/>
              <a:t> </a:t>
            </a:r>
            <a:r>
              <a:rPr lang="ko-KR" altLang="en-US" dirty="0" smtClean="0"/>
              <a:t>개선 목표 제안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USRT Clock</a:t>
            </a:r>
            <a:r>
              <a:rPr lang="ko-KR" altLang="en-US" sz="1600" dirty="0"/>
              <a:t>을 </a:t>
            </a:r>
            <a:r>
              <a:rPr lang="en-US" altLang="ko-KR" sz="1600" dirty="0"/>
              <a:t>4MHz</a:t>
            </a:r>
            <a:r>
              <a:rPr lang="ko-KR" altLang="en-US" sz="1600" dirty="0"/>
              <a:t>로 변경하여 </a:t>
            </a:r>
            <a:r>
              <a:rPr lang="en-US" altLang="ko-KR" sz="1600" dirty="0"/>
              <a:t>Speed </a:t>
            </a:r>
            <a:r>
              <a:rPr lang="ko-KR" altLang="en-US" sz="1600" dirty="0"/>
              <a:t>상향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Pros : </a:t>
            </a:r>
            <a:r>
              <a:rPr lang="ko-KR" altLang="en-US" sz="1400" dirty="0"/>
              <a:t>쉽게 구현이 가능함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Cons : </a:t>
            </a:r>
            <a:r>
              <a:rPr lang="ko-KR" altLang="en-US" sz="1400" dirty="0"/>
              <a:t>동작 검증이 필요 함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en-US" altLang="ko-KR" sz="1400" dirty="0" smtClean="0"/>
              <a:t>                     PDHU</a:t>
            </a:r>
            <a:r>
              <a:rPr lang="ko-KR" altLang="en-US" sz="1400" dirty="0"/>
              <a:t>에 </a:t>
            </a:r>
            <a:r>
              <a:rPr lang="en-US" altLang="ko-KR" sz="1400" dirty="0"/>
              <a:t>4MHz </a:t>
            </a:r>
            <a:r>
              <a:rPr lang="ko-KR" altLang="en-US" sz="1400" dirty="0"/>
              <a:t>클럭주파수로 데이터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처리가 가능한지 확인이 필요함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en-US" altLang="ko-KR" sz="1400" dirty="0" smtClean="0"/>
          </a:p>
          <a:p>
            <a:pPr marL="0" indent="0">
              <a:buNone/>
            </a:pPr>
            <a:r>
              <a:rPr lang="en-US" altLang="ko-KR" sz="1600" dirty="0" smtClean="0"/>
              <a:t>2</a:t>
            </a:r>
            <a:r>
              <a:rPr lang="en-US" altLang="ko-KR" sz="1600" dirty="0"/>
              <a:t>. CRC Check Algorithm</a:t>
            </a:r>
            <a:r>
              <a:rPr lang="ko-KR" altLang="en-US" sz="1600" dirty="0"/>
              <a:t>을 </a:t>
            </a:r>
            <a:r>
              <a:rPr lang="en-US" altLang="ko-KR" sz="1600" dirty="0"/>
              <a:t>FPGA</a:t>
            </a:r>
            <a:r>
              <a:rPr lang="ko-KR" altLang="en-US" sz="1600" dirty="0"/>
              <a:t>에 이식 </a:t>
            </a:r>
            <a:r>
              <a:rPr lang="en-US" altLang="ko-KR" sz="1600" dirty="0"/>
              <a:t>CRC </a:t>
            </a:r>
            <a:r>
              <a:rPr lang="ko-KR" altLang="en-US" sz="1600" dirty="0"/>
              <a:t>처리시간을 </a:t>
            </a:r>
            <a:r>
              <a:rPr lang="ko-KR" altLang="en-US" sz="1600" dirty="0" smtClean="0"/>
              <a:t>단축</a:t>
            </a: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ko-KR" altLang="en-US" sz="1400" dirty="0" smtClean="0"/>
              <a:t>      </a:t>
            </a:r>
            <a:r>
              <a:rPr lang="en-US" altLang="ko-KR" sz="1400" dirty="0"/>
              <a:t>- Pros : </a:t>
            </a:r>
            <a:r>
              <a:rPr lang="ko-KR" altLang="en-US" sz="1400" dirty="0"/>
              <a:t>작업을 위한 시간이 짧음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Cons : Speed </a:t>
            </a:r>
            <a:r>
              <a:rPr lang="ko-KR" altLang="en-US" sz="1400" dirty="0"/>
              <a:t>상승 효과가 크지 않음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 smtClean="0"/>
          </a:p>
          <a:p>
            <a:pPr marL="0" indent="0">
              <a:buNone/>
            </a:pPr>
            <a:r>
              <a:rPr lang="en-US" altLang="ko-KR" sz="1600" dirty="0" smtClean="0"/>
              <a:t>3</a:t>
            </a:r>
            <a:r>
              <a:rPr lang="en-US" altLang="ko-KR" sz="1600" dirty="0"/>
              <a:t>. USRT </a:t>
            </a:r>
            <a:r>
              <a:rPr lang="en-US" altLang="ko-KR" sz="1600" dirty="0" smtClean="0"/>
              <a:t>Peripheral</a:t>
            </a:r>
            <a:r>
              <a:rPr lang="ko-KR" altLang="en-US" sz="1600" dirty="0"/>
              <a:t>을 </a:t>
            </a:r>
            <a:r>
              <a:rPr lang="en-US" altLang="ko-KR" sz="1600" dirty="0"/>
              <a:t>DMA </a:t>
            </a:r>
            <a:r>
              <a:rPr lang="ko-KR" altLang="en-US" sz="1600" dirty="0"/>
              <a:t>구조로 변경 </a:t>
            </a: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ko-KR" altLang="en-US" sz="1400" dirty="0" smtClean="0"/>
              <a:t>      </a:t>
            </a:r>
            <a:r>
              <a:rPr lang="en-US" altLang="ko-KR" sz="1400" dirty="0"/>
              <a:t>- Pros : DMA </a:t>
            </a:r>
            <a:r>
              <a:rPr lang="ko-KR" altLang="en-US" sz="1400" dirty="0"/>
              <a:t>구조를 이용하므로 </a:t>
            </a:r>
            <a:r>
              <a:rPr lang="en-US" altLang="ko-KR" sz="1400" dirty="0"/>
              <a:t>CPU </a:t>
            </a:r>
            <a:r>
              <a:rPr lang="ko-KR" altLang="en-US" sz="1400" dirty="0"/>
              <a:t>점유율이 적어 </a:t>
            </a:r>
            <a:r>
              <a:rPr lang="en-US" altLang="ko-KR" sz="1400" dirty="0"/>
              <a:t>Task </a:t>
            </a:r>
            <a:r>
              <a:rPr lang="ko-KR" altLang="en-US" sz="1400" dirty="0"/>
              <a:t>운용에 상관없이 데이터 전송이 가능함</a:t>
            </a:r>
            <a:r>
              <a:rPr lang="en-US" altLang="ko-KR" sz="1400" dirty="0"/>
              <a:t>.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Cons : FPGA </a:t>
            </a:r>
            <a:r>
              <a:rPr lang="ko-KR" altLang="en-US" sz="1400" dirty="0"/>
              <a:t>코드의 변경이 필요함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en-US" altLang="ko-KR" sz="1400" dirty="0" smtClean="0"/>
          </a:p>
          <a:p>
            <a:pPr marL="0" indent="0">
              <a:buNone/>
            </a:pPr>
            <a:r>
              <a:rPr lang="en-US" altLang="ko-KR" sz="1600" dirty="0" smtClean="0"/>
              <a:t>4</a:t>
            </a:r>
            <a:r>
              <a:rPr lang="en-US" altLang="ko-KR" sz="1600" dirty="0"/>
              <a:t>. LEON3 Single Core (SMP) </a:t>
            </a:r>
            <a:r>
              <a:rPr lang="ko-KR" altLang="en-US" sz="1600" dirty="0"/>
              <a:t>를 </a:t>
            </a:r>
            <a:r>
              <a:rPr lang="en-US" altLang="ko-KR" sz="1600" dirty="0"/>
              <a:t>Dual Core</a:t>
            </a:r>
            <a:r>
              <a:rPr lang="ko-KR" altLang="en-US" sz="1600" dirty="0"/>
              <a:t>로 </a:t>
            </a:r>
            <a:r>
              <a:rPr lang="en-US" altLang="ko-KR" sz="1600" dirty="0"/>
              <a:t>FPGA </a:t>
            </a:r>
            <a:r>
              <a:rPr lang="ko-KR" altLang="en-US" sz="1600" dirty="0"/>
              <a:t>수정 </a:t>
            </a:r>
            <a:r>
              <a:rPr lang="en-US" altLang="ko-KR" sz="1600" dirty="0"/>
              <a:t>+ USRT </a:t>
            </a:r>
            <a:r>
              <a:rPr lang="en-US" altLang="ko-KR" sz="1600" dirty="0" smtClean="0"/>
              <a:t>Peripheral </a:t>
            </a:r>
            <a:r>
              <a:rPr lang="en-US" altLang="ko-KR" sz="1600" dirty="0"/>
              <a:t>DMA </a:t>
            </a: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CPU 1 </a:t>
            </a:r>
            <a:r>
              <a:rPr lang="ko-KR" altLang="en-US" sz="1400" dirty="0"/>
              <a:t>은 </a:t>
            </a:r>
            <a:r>
              <a:rPr lang="en-US" altLang="ko-KR" sz="1400" dirty="0"/>
              <a:t>ION S/W </a:t>
            </a:r>
            <a:r>
              <a:rPr lang="ko-KR" altLang="en-US" sz="1400" dirty="0"/>
              <a:t>구동 전용으로 할 당</a:t>
            </a:r>
            <a:r>
              <a:rPr lang="en-US" altLang="ko-KR" sz="1400" dirty="0"/>
              <a:t>.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CPU 2 </a:t>
            </a:r>
            <a:r>
              <a:rPr lang="ko-KR" altLang="en-US" sz="1400" dirty="0"/>
              <a:t>는 </a:t>
            </a:r>
            <a:r>
              <a:rPr lang="en-US" altLang="ko-KR" sz="1400" dirty="0"/>
              <a:t>SBC F/W </a:t>
            </a:r>
            <a:r>
              <a:rPr lang="ko-KR" altLang="en-US" sz="1400" dirty="0"/>
              <a:t>운용을 위한 </a:t>
            </a:r>
            <a:r>
              <a:rPr lang="en-US" altLang="ko-KR" sz="1400" dirty="0"/>
              <a:t>Process </a:t>
            </a:r>
            <a:r>
              <a:rPr lang="ko-KR" altLang="en-US" sz="1400" dirty="0"/>
              <a:t>할당 해 전용으로 사용하게 함</a:t>
            </a:r>
            <a:r>
              <a:rPr lang="en-US" altLang="ko-KR" sz="1400" dirty="0"/>
              <a:t>.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Pros :  ION SW </a:t>
            </a:r>
            <a:r>
              <a:rPr lang="ko-KR" altLang="en-US" sz="1400" dirty="0"/>
              <a:t>운용과 </a:t>
            </a:r>
            <a:r>
              <a:rPr lang="en-US" altLang="ko-KR" sz="1400" dirty="0"/>
              <a:t>SBC F/W </a:t>
            </a:r>
            <a:r>
              <a:rPr lang="ko-KR" altLang="en-US" sz="1400" dirty="0"/>
              <a:t>운용이 분리되어 있어 </a:t>
            </a:r>
            <a:r>
              <a:rPr lang="en-US" altLang="ko-KR" sz="1400" dirty="0"/>
              <a:t>CPU Usage</a:t>
            </a:r>
            <a:r>
              <a:rPr lang="ko-KR" altLang="en-US" sz="1400" dirty="0"/>
              <a:t>에 여유가 생김</a:t>
            </a:r>
            <a:r>
              <a:rPr lang="en-US" altLang="ko-KR" sz="1400" dirty="0"/>
              <a:t>.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                    </a:t>
            </a:r>
            <a:r>
              <a:rPr lang="ko-KR" altLang="en-US" sz="1400" dirty="0"/>
              <a:t>또한 </a:t>
            </a:r>
            <a:r>
              <a:rPr lang="en-US" altLang="ko-KR" sz="1400" dirty="0"/>
              <a:t>USRT </a:t>
            </a:r>
            <a:r>
              <a:rPr lang="ko-KR" altLang="en-US" sz="1400" dirty="0"/>
              <a:t>전송에 </a:t>
            </a:r>
            <a:r>
              <a:rPr lang="en-US" altLang="ko-KR" sz="1400" dirty="0"/>
              <a:t>DMA</a:t>
            </a:r>
            <a:r>
              <a:rPr lang="ko-KR" altLang="en-US" sz="1400" dirty="0"/>
              <a:t>를 이용하므로 전송을 위한 별도의 </a:t>
            </a:r>
            <a:r>
              <a:rPr lang="en-US" altLang="ko-KR" sz="1400" dirty="0"/>
              <a:t>CPU Power</a:t>
            </a:r>
            <a:r>
              <a:rPr lang="ko-KR" altLang="en-US" sz="1400" dirty="0"/>
              <a:t>가 필요 없음</a:t>
            </a:r>
            <a:r>
              <a:rPr lang="en-US" altLang="ko-KR" sz="1400" dirty="0"/>
              <a:t>.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      </a:t>
            </a:r>
            <a:r>
              <a:rPr lang="en-US" altLang="ko-KR" sz="1400" dirty="0"/>
              <a:t>- Cons :  ION &lt;-&gt; SBC</a:t>
            </a:r>
            <a:r>
              <a:rPr lang="ko-KR" altLang="en-US" sz="1400" dirty="0"/>
              <a:t>간 </a:t>
            </a:r>
            <a:r>
              <a:rPr lang="en-US" altLang="ko-KR" sz="1400" dirty="0"/>
              <a:t>UDP </a:t>
            </a:r>
            <a:r>
              <a:rPr lang="ko-KR" altLang="en-US" sz="1400" dirty="0"/>
              <a:t>전송 속도에 </a:t>
            </a:r>
            <a:r>
              <a:rPr lang="ko-KR" altLang="en-US" sz="1400" dirty="0" smtClean="0"/>
              <a:t>종속적 임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en-US" altLang="ko-KR" sz="1400" dirty="0" smtClean="0"/>
              <a:t>                     </a:t>
            </a:r>
            <a:r>
              <a:rPr lang="en-US" altLang="ko-KR" sz="1400" dirty="0"/>
              <a:t>FPGA </a:t>
            </a:r>
            <a:r>
              <a:rPr lang="ko-KR" altLang="en-US" sz="1400" dirty="0"/>
              <a:t>구조의 전면적인 변화가 필요하여 별도의 개발기간 산정이 필요함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3071011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42409</TotalTime>
  <Words>49</Words>
  <Application>Microsoft Office PowerPoint</Application>
  <PresentationFormat>화면 슬라이드 쇼(4:3)</PresentationFormat>
  <Paragraphs>41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굴림</vt:lpstr>
      <vt:lpstr>맑은 고딕</vt:lpstr>
      <vt:lpstr>바탕체</vt:lpstr>
      <vt:lpstr>Arial</vt:lpstr>
      <vt:lpstr>Arial Black</vt:lpstr>
      <vt:lpstr>Times New Roman</vt:lpstr>
      <vt:lpstr>Wingdings</vt:lpstr>
      <vt:lpstr>기본 디자인</vt:lpstr>
      <vt:lpstr>Weekly Progress Report (WPR_2020.07.30)    ’20.07.30 Lumir</vt:lpstr>
      <vt:lpstr>Contents</vt:lpstr>
      <vt:lpstr>Transmitte Speed 개선 방안</vt:lpstr>
      <vt:lpstr>개선 목표</vt:lpstr>
      <vt:lpstr>장기 개선 목표 제안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O18005</cp:lastModifiedBy>
  <cp:revision>1681</cp:revision>
  <cp:lastPrinted>2020-07-30T04:06:34Z</cp:lastPrinted>
  <dcterms:created xsi:type="dcterms:W3CDTF">1601-01-01T00:00:00Z</dcterms:created>
  <dcterms:modified xsi:type="dcterms:W3CDTF">2020-09-01T03:36:24Z</dcterms:modified>
</cp:coreProperties>
</file>