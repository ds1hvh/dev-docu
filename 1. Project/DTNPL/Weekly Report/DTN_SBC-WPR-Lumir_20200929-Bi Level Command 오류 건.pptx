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3" r:id="rId2"/>
    <p:sldId id="1147" r:id="rId3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6370" autoAdjust="0"/>
  </p:normalViewPr>
  <p:slideViewPr>
    <p:cSldViewPr snapToGrid="0">
      <p:cViewPr>
        <p:scale>
          <a:sx n="125" d="100"/>
          <a:sy n="125" d="100"/>
        </p:scale>
        <p:origin x="1638" y="-390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320" y="4861156"/>
            <a:ext cx="5209425" cy="46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/>
              <a:t>Bi Level Telemetry Command </a:t>
            </a:r>
            <a:r>
              <a:rPr lang="ko-KR" altLang="en-US" sz="3600" dirty="0"/>
              <a:t>오동작 </a:t>
            </a:r>
            <a:r>
              <a:rPr lang="en-US" altLang="ko-KR" sz="3600" dirty="0"/>
              <a:t>Root Cause </a:t>
            </a:r>
            <a:r>
              <a:rPr lang="en-US" altLang="ko-KR" sz="3200" b="0" dirty="0"/>
              <a:t>(WPR_2020.09.29)</a:t>
            </a:r>
            <a:br>
              <a:rPr lang="en-US" altLang="ko-KR" sz="3200" dirty="0"/>
            </a:br>
            <a:br>
              <a:rPr lang="en-US" altLang="ko-KR" sz="3600" dirty="0"/>
            </a:br>
            <a:br>
              <a:rPr lang="en-US" altLang="ko-KR" sz="3600" dirty="0"/>
            </a:br>
            <a:br>
              <a:rPr lang="en-US" altLang="ko-KR" sz="3600" dirty="0"/>
            </a:br>
            <a:r>
              <a:rPr lang="en-US" altLang="ko-KR" sz="2400" b="0" dirty="0"/>
              <a:t>’20.09.29</a:t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3AF4F-09E2-438B-9383-6FA25935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Bi-Level Telemetry Command </a:t>
            </a:r>
            <a:r>
              <a:rPr lang="ko-KR" altLang="en-US" dirty="0"/>
              <a:t>오동작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325461-DB1D-408E-851A-11DC02B6C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월</a:t>
            </a:r>
            <a:r>
              <a:rPr lang="en-US" altLang="ko-KR" dirty="0"/>
              <a:t>28</a:t>
            </a:r>
            <a:r>
              <a:rPr lang="ko-KR" altLang="en-US" dirty="0"/>
              <a:t>일 </a:t>
            </a:r>
            <a:r>
              <a:rPr lang="en-US" altLang="ko-KR" dirty="0"/>
              <a:t>ETB </a:t>
            </a:r>
            <a:r>
              <a:rPr lang="ko-KR" altLang="en-US" dirty="0"/>
              <a:t>시험 당시 </a:t>
            </a:r>
            <a:r>
              <a:rPr lang="en-US" altLang="ko-KR" dirty="0"/>
              <a:t>Bi-Level Telemetry Command </a:t>
            </a:r>
            <a:r>
              <a:rPr lang="ko-KR" altLang="en-US" dirty="0"/>
              <a:t>동작 시험 시 정상동작을 하지 않는 문제점을 발견</a:t>
            </a:r>
            <a:endParaRPr lang="en-US" altLang="ko-KR" dirty="0"/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원인 분석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FPGA </a:t>
            </a:r>
            <a:r>
              <a:rPr lang="ko-KR" altLang="en-US" dirty="0">
                <a:sym typeface="Wingdings" panose="05000000000000000000" pitchFamily="2" charset="2"/>
              </a:rPr>
              <a:t>입력과 </a:t>
            </a:r>
            <a:r>
              <a:rPr lang="en-US" altLang="ko-KR" dirty="0">
                <a:sym typeface="Wingdings" panose="05000000000000000000" pitchFamily="2" charset="2"/>
              </a:rPr>
              <a:t>RS422 Receiver </a:t>
            </a:r>
            <a:r>
              <a:rPr lang="ko-KR" altLang="en-US" dirty="0">
                <a:sym typeface="Wingdings" panose="05000000000000000000" pitchFamily="2" charset="2"/>
              </a:rPr>
              <a:t>사이에 </a:t>
            </a:r>
            <a:r>
              <a:rPr lang="en-US" altLang="ko-KR" dirty="0">
                <a:sym typeface="Wingdings" panose="05000000000000000000" pitchFamily="2" charset="2"/>
              </a:rPr>
              <a:t>Debug </a:t>
            </a:r>
            <a:r>
              <a:rPr lang="ko-KR" altLang="en-US" dirty="0">
                <a:sym typeface="Wingdings" panose="05000000000000000000" pitchFamily="2" charset="2"/>
              </a:rPr>
              <a:t>저항이 회로상 삽입되어 있으나 실제 </a:t>
            </a:r>
            <a:r>
              <a:rPr lang="en-US" altLang="ko-KR" dirty="0">
                <a:sym typeface="Wingdings" panose="05000000000000000000" pitchFamily="2" charset="2"/>
              </a:rPr>
              <a:t>PCB </a:t>
            </a:r>
            <a:r>
              <a:rPr lang="ko-KR" altLang="en-US" dirty="0">
                <a:sym typeface="Wingdings" panose="05000000000000000000" pitchFamily="2" charset="2"/>
              </a:rPr>
              <a:t>상에 관련 부품 장착이 누락되어 있음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조치 결과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debug</a:t>
            </a:r>
            <a:r>
              <a:rPr lang="ko-KR" altLang="en-US" dirty="0">
                <a:sym typeface="Wingdings" panose="05000000000000000000" pitchFamily="2" charset="2"/>
              </a:rPr>
              <a:t> 저항을 삽입하여 정상 동작 확인 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ko-KR" altLang="en-US" dirty="0"/>
          </a:p>
        </p:txBody>
      </p:sp>
      <p:pic>
        <p:nvPicPr>
          <p:cNvPr id="11" name="그림 10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6E2C4246-898B-4248-8208-133E6F42F7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15" y="3732798"/>
            <a:ext cx="3100137" cy="232510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784371-C319-4A1A-8D22-E14EBC0D39B6}"/>
              </a:ext>
            </a:extLst>
          </p:cNvPr>
          <p:cNvSpPr/>
          <p:nvPr/>
        </p:nvSpPr>
        <p:spPr>
          <a:xfrm>
            <a:off x="2526983" y="5119276"/>
            <a:ext cx="374958" cy="98462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1026" name="그림 2">
            <a:extLst>
              <a:ext uri="{FF2B5EF4-FFF2-40B4-BE49-F238E27FC236}">
                <a16:creationId xmlns:a16="http://schemas.microsoft.com/office/drawing/2014/main" id="{C27AEA9A-C798-411A-8A31-7BE37C404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423" y="3646504"/>
            <a:ext cx="3325177" cy="2497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77E510-3C1B-42B3-BDB0-2C268B807074}"/>
              </a:ext>
            </a:extLst>
          </p:cNvPr>
          <p:cNvSpPr txBox="1"/>
          <p:nvPr/>
        </p:nvSpPr>
        <p:spPr>
          <a:xfrm>
            <a:off x="1910716" y="6057901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조치전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EC2702-BC0A-4B6A-884B-121E80E03896}"/>
              </a:ext>
            </a:extLst>
          </p:cNvPr>
          <p:cNvSpPr txBox="1"/>
          <p:nvPr/>
        </p:nvSpPr>
        <p:spPr>
          <a:xfrm>
            <a:off x="5949316" y="6057901"/>
            <a:ext cx="187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조치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598148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42485</TotalTime>
  <Words>81</Words>
  <Application>Microsoft Office PowerPoint</Application>
  <PresentationFormat>화면 슬라이드 쇼(4:3)</PresentationFormat>
  <Paragraphs>11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굴림</vt:lpstr>
      <vt:lpstr>Arial</vt:lpstr>
      <vt:lpstr>Arial Black</vt:lpstr>
      <vt:lpstr>Times New Roman</vt:lpstr>
      <vt:lpstr>Wingdings</vt:lpstr>
      <vt:lpstr>기본 디자인</vt:lpstr>
      <vt:lpstr>Bi Level Telemetry Command 오동작 Root Cause (WPR_2020.09.29)    ’20.09.29 Lumir</vt:lpstr>
      <vt:lpstr>Bi-Level Telemetry Command 오동작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최 상림</cp:lastModifiedBy>
  <cp:revision>1691</cp:revision>
  <cp:lastPrinted>2020-07-30T04:06:34Z</cp:lastPrinted>
  <dcterms:created xsi:type="dcterms:W3CDTF">1601-01-01T00:00:00Z</dcterms:created>
  <dcterms:modified xsi:type="dcterms:W3CDTF">2020-09-29T03:43:50Z</dcterms:modified>
</cp:coreProperties>
</file>