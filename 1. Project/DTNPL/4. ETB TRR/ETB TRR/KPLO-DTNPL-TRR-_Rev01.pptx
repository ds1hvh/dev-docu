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Lst>
  <p:notesMasterIdLst>
    <p:notesMasterId r:id="rId22"/>
  </p:notesMasterIdLst>
  <p:sldIdLst>
    <p:sldId id="291" r:id="rId2"/>
    <p:sldId id="404" r:id="rId3"/>
    <p:sldId id="368" r:id="rId4"/>
    <p:sldId id="439" r:id="rId5"/>
    <p:sldId id="460" r:id="rId6"/>
    <p:sldId id="461" r:id="rId7"/>
    <p:sldId id="462" r:id="rId8"/>
    <p:sldId id="410" r:id="rId9"/>
    <p:sldId id="411" r:id="rId10"/>
    <p:sldId id="463" r:id="rId11"/>
    <p:sldId id="412" r:id="rId12"/>
    <p:sldId id="413" r:id="rId13"/>
    <p:sldId id="436" r:id="rId14"/>
    <p:sldId id="464" r:id="rId15"/>
    <p:sldId id="465" r:id="rId16"/>
    <p:sldId id="466" r:id="rId17"/>
    <p:sldId id="467" r:id="rId18"/>
    <p:sldId id="468" r:id="rId19"/>
    <p:sldId id="422" r:id="rId20"/>
    <p:sldId id="424" r:id="rId21"/>
  </p:sldIdLst>
  <p:sldSz cx="9144000" cy="6858000" type="screen4x3"/>
  <p:notesSz cx="6797675" cy="99266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12FE"/>
    <a:srgbClr val="FFFF66"/>
    <a:srgbClr val="0000FF"/>
    <a:srgbClr val="FFFFFF"/>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B4B98B0-60AC-42C2-AFA5-B58CD77FA1E5}" styleName="밝은 스타일 1 - 강조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CF1AB2-1976-4502-BF36-3FF5EA218861}" styleName="보통 스타일 4 - 강조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밝은 스타일 3 - 강조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C2FFA5D-87B4-456A-9821-1D502468CF0F}" styleName="테마 스타일 1 - 강조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어두운 스타일 1 - 강조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B344D84-9AFB-497E-A393-DC336BA19D2E}" styleName="보통 스타일 3 - 강조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2A488322-F2BA-4B5B-9748-0D474271808F}" styleName="보통 스타일 3 - 강조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보통 스타일 3 - 강조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보통 스타일 3 - 강조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5BE263C-DBD7-4A20-BB59-AAB30ACAA65A}" styleName="보통 스타일 3 - 강조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보통 스타일 3 - 강조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보통 스타일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4" autoAdjust="0"/>
    <p:restoredTop sz="94660"/>
  </p:normalViewPr>
  <p:slideViewPr>
    <p:cSldViewPr snapToObjects="1">
      <p:cViewPr varScale="1">
        <p:scale>
          <a:sx n="128" d="100"/>
          <a:sy n="128" d="100"/>
        </p:scale>
        <p:origin x="690" y="120"/>
      </p:cViewPr>
      <p:guideLst>
        <p:guide orient="horz" pos="2160"/>
        <p:guide pos="2880"/>
      </p:guideLst>
    </p:cSldViewPr>
  </p:slideViewPr>
  <p:notesTextViewPr>
    <p:cViewPr>
      <p:scale>
        <a:sx n="1" d="1"/>
        <a:sy n="1" d="1"/>
      </p:scale>
      <p:origin x="0" y="0"/>
    </p:cViewPr>
  </p:notesTextViewPr>
  <p:notesViewPr>
    <p:cSldViewPr snapToObjects="1" showGuides="1">
      <p:cViewPr varScale="1">
        <p:scale>
          <a:sx n="78" d="100"/>
          <a:sy n="78" d="100"/>
        </p:scale>
        <p:origin x="4062"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6400" cy="496808"/>
          </a:xfrm>
          <a:prstGeom prst="rect">
            <a:avLst/>
          </a:prstGeom>
        </p:spPr>
        <p:txBody>
          <a:bodyPr vert="horz" lIns="91423" tIns="45712" rIns="91423" bIns="45712" rtlCol="0"/>
          <a:lstStyle>
            <a:lvl1pPr algn="l">
              <a:defRPr sz="1200"/>
            </a:lvl1pPr>
          </a:lstStyle>
          <a:p>
            <a:endParaRPr lang="ko-KR" altLang="en-US"/>
          </a:p>
        </p:txBody>
      </p:sp>
      <p:sp>
        <p:nvSpPr>
          <p:cNvPr id="3" name="날짜 개체 틀 2"/>
          <p:cNvSpPr>
            <a:spLocks noGrp="1"/>
          </p:cNvSpPr>
          <p:nvPr>
            <p:ph type="dt" idx="1"/>
          </p:nvPr>
        </p:nvSpPr>
        <p:spPr>
          <a:xfrm>
            <a:off x="3849689" y="0"/>
            <a:ext cx="2946400" cy="496808"/>
          </a:xfrm>
          <a:prstGeom prst="rect">
            <a:avLst/>
          </a:prstGeom>
        </p:spPr>
        <p:txBody>
          <a:bodyPr vert="horz" lIns="91423" tIns="45712" rIns="91423" bIns="45712" rtlCol="0"/>
          <a:lstStyle>
            <a:lvl1pPr algn="r">
              <a:defRPr sz="1200"/>
            </a:lvl1pPr>
          </a:lstStyle>
          <a:p>
            <a:fld id="{2739D499-F2FA-498E-B91D-740729E70ACA}" type="datetimeFigureOut">
              <a:rPr lang="ko-KR" altLang="en-US" smtClean="0"/>
              <a:t>2020-08-27</a:t>
            </a:fld>
            <a:endParaRPr lang="ko-KR" altLang="en-US"/>
          </a:p>
        </p:txBody>
      </p:sp>
      <p:sp>
        <p:nvSpPr>
          <p:cNvPr id="4" name="슬라이드 이미지 개체 틀 3"/>
          <p:cNvSpPr>
            <a:spLocks noGrp="1" noRot="1" noChangeAspect="1"/>
          </p:cNvSpPr>
          <p:nvPr>
            <p:ph type="sldImg" idx="2"/>
          </p:nvPr>
        </p:nvSpPr>
        <p:spPr>
          <a:xfrm>
            <a:off x="915988" y="742950"/>
            <a:ext cx="4965700" cy="3724275"/>
          </a:xfrm>
          <a:prstGeom prst="rect">
            <a:avLst/>
          </a:prstGeom>
          <a:noFill/>
          <a:ln w="12700">
            <a:solidFill>
              <a:prstClr val="black"/>
            </a:solidFill>
          </a:ln>
        </p:spPr>
        <p:txBody>
          <a:bodyPr vert="horz" lIns="91423" tIns="45712" rIns="91423" bIns="45712" rtlCol="0" anchor="ctr"/>
          <a:lstStyle/>
          <a:p>
            <a:r>
              <a:rPr lang="ko-KR" altLang="en-US" dirty="0" err="1"/>
              <a:t>ㄴ</a:t>
            </a:r>
            <a:endParaRPr lang="ko-KR" altLang="en-US" dirty="0"/>
          </a:p>
        </p:txBody>
      </p:sp>
      <p:sp>
        <p:nvSpPr>
          <p:cNvPr id="5" name="슬라이드 노트 개체 틀 4"/>
          <p:cNvSpPr>
            <a:spLocks noGrp="1"/>
          </p:cNvSpPr>
          <p:nvPr>
            <p:ph type="body" sz="quarter" idx="3"/>
          </p:nvPr>
        </p:nvSpPr>
        <p:spPr>
          <a:xfrm>
            <a:off x="679451" y="4715710"/>
            <a:ext cx="5438775" cy="4466511"/>
          </a:xfrm>
          <a:prstGeom prst="rect">
            <a:avLst/>
          </a:prstGeom>
        </p:spPr>
        <p:txBody>
          <a:bodyPr vert="horz" lIns="91423" tIns="45712" rIns="91423" bIns="45712"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428243"/>
            <a:ext cx="2946400" cy="496808"/>
          </a:xfrm>
          <a:prstGeom prst="rect">
            <a:avLst/>
          </a:prstGeom>
        </p:spPr>
        <p:txBody>
          <a:bodyPr vert="horz" lIns="91423" tIns="45712" rIns="91423" bIns="45712"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49689" y="9428243"/>
            <a:ext cx="2946400" cy="496808"/>
          </a:xfrm>
          <a:prstGeom prst="rect">
            <a:avLst/>
          </a:prstGeom>
        </p:spPr>
        <p:txBody>
          <a:bodyPr vert="horz" lIns="91423" tIns="45712" rIns="91423" bIns="45712" rtlCol="0" anchor="b"/>
          <a:lstStyle>
            <a:lvl1pPr algn="r">
              <a:defRPr sz="1200"/>
            </a:lvl1pPr>
          </a:lstStyle>
          <a:p>
            <a:fld id="{9CD4D73F-D4CB-4EC3-A6B4-45B058BBB4A2}" type="slidenum">
              <a:rPr lang="ko-KR" altLang="en-US" smtClean="0"/>
              <a:t>‹#›</a:t>
            </a:fld>
            <a:endParaRPr lang="ko-KR" altLang="en-US"/>
          </a:p>
        </p:txBody>
      </p:sp>
    </p:spTree>
    <p:extLst>
      <p:ext uri="{BB962C8B-B14F-4D97-AF65-F5344CB8AC3E}">
        <p14:creationId xmlns:p14="http://schemas.microsoft.com/office/powerpoint/2010/main" val="286378257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표지">
    <p:bg>
      <p:bgRef idx="1001">
        <a:schemeClr val="bg1"/>
      </p:bgRef>
    </p:bg>
    <p:spTree>
      <p:nvGrpSpPr>
        <p:cNvPr id="1" name=""/>
        <p:cNvGrpSpPr/>
        <p:nvPr/>
      </p:nvGrpSpPr>
      <p:grpSpPr>
        <a:xfrm>
          <a:off x="0" y="0"/>
          <a:ext cx="0" cy="0"/>
          <a:chOff x="0" y="0"/>
          <a:chExt cx="0" cy="0"/>
        </a:xfrm>
      </p:grpSpPr>
      <p:sp>
        <p:nvSpPr>
          <p:cNvPr id="9" name="부제목 2"/>
          <p:cNvSpPr>
            <a:spLocks noGrp="1"/>
          </p:cNvSpPr>
          <p:nvPr>
            <p:ph type="subTitle" idx="1" hasCustomPrompt="1"/>
          </p:nvPr>
        </p:nvSpPr>
        <p:spPr>
          <a:xfrm>
            <a:off x="1331279" y="4005065"/>
            <a:ext cx="6480000" cy="1600892"/>
          </a:xfrm>
          <a:prstGeom prst="rect">
            <a:avLst/>
          </a:prstGeom>
        </p:spPr>
        <p:txBody>
          <a:bodyPr anchor="ctr">
            <a:normAutofit/>
          </a:bodyPr>
          <a:lstStyle>
            <a:lvl1pPr marL="0" indent="0" algn="ctr">
              <a:buNone/>
              <a:defRPr sz="2400" b="1" cap="none" spc="0" baseline="0">
                <a:ln w="12700" cmpd="sng">
                  <a:noFill/>
                  <a:prstDash val="solid"/>
                </a:ln>
                <a:solidFill>
                  <a:schemeClr val="tx1"/>
                </a:solidFill>
                <a:effectLst/>
                <a:latin typeface="+mj-lt"/>
                <a:ea typeface="+mn-e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dirty="0"/>
              <a:t>텍스트를 입력하십시오</a:t>
            </a:r>
          </a:p>
        </p:txBody>
      </p:sp>
      <p:sp>
        <p:nvSpPr>
          <p:cNvPr id="6" name="제목 1"/>
          <p:cNvSpPr>
            <a:spLocks noGrp="1"/>
          </p:cNvSpPr>
          <p:nvPr>
            <p:ph type="ctrTitle"/>
          </p:nvPr>
        </p:nvSpPr>
        <p:spPr>
          <a:xfrm>
            <a:off x="251640" y="2452408"/>
            <a:ext cx="8640000" cy="1264624"/>
          </a:xfrm>
          <a:prstGeom prst="rect">
            <a:avLst/>
          </a:prstGeom>
        </p:spPr>
        <p:txBody>
          <a:bodyPr anchor="ctr">
            <a:normAutofit/>
          </a:bodyPr>
          <a:lstStyle>
            <a:lvl1pPr algn="ctr">
              <a:spcBef>
                <a:spcPts val="600"/>
              </a:spcBef>
              <a:defRPr sz="3600" b="1" spc="0" baseline="0">
                <a:ln w="0">
                  <a:noFill/>
                </a:ln>
                <a:solidFill>
                  <a:srgbClr val="0000FF"/>
                </a:solidFill>
                <a:effectLst/>
                <a:latin typeface="+mj-lt"/>
                <a:ea typeface="맑은 고딕" pitchFamily="50" charset="-127"/>
              </a:defRPr>
            </a:lvl1pPr>
          </a:lstStyle>
          <a:p>
            <a:r>
              <a:rPr lang="ko-KR" altLang="en-US" dirty="0"/>
              <a:t>마스터 제목 스타일 편집</a:t>
            </a:r>
          </a:p>
        </p:txBody>
      </p:sp>
      <p:sp>
        <p:nvSpPr>
          <p:cNvPr id="12" name="Text Box 28"/>
          <p:cNvSpPr txBox="1">
            <a:spLocks noChangeArrowheads="1"/>
          </p:cNvSpPr>
          <p:nvPr userDrawn="1"/>
        </p:nvSpPr>
        <p:spPr bwMode="auto">
          <a:xfrm>
            <a:off x="6300192" y="1427178"/>
            <a:ext cx="2843808" cy="49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latinLnBrk="1">
              <a:defRPr kumimoji="1" sz="2400">
                <a:solidFill>
                  <a:schemeClr val="tx1"/>
                </a:solidFill>
                <a:latin typeface="Times New Roman" panose="02020603050405020304" pitchFamily="18" charset="0"/>
                <a:ea typeface="굴림" panose="020B0600000101010101" pitchFamily="50" charset="-127"/>
              </a:defRPr>
            </a:lvl1pPr>
            <a:lvl2pPr marL="742950" indent="-285750" algn="ctr" latinLnBrk="1">
              <a:defRPr kumimoji="1" sz="2400">
                <a:solidFill>
                  <a:schemeClr val="tx1"/>
                </a:solidFill>
                <a:latin typeface="Times New Roman" panose="02020603050405020304" pitchFamily="18" charset="0"/>
                <a:ea typeface="굴림" panose="020B0600000101010101" pitchFamily="50" charset="-127"/>
              </a:defRPr>
            </a:lvl2pPr>
            <a:lvl3pPr marL="1143000" indent="-228600" algn="ctr" latinLnBrk="1">
              <a:defRPr kumimoji="1" sz="2400">
                <a:solidFill>
                  <a:schemeClr val="tx1"/>
                </a:solidFill>
                <a:latin typeface="Times New Roman" panose="02020603050405020304" pitchFamily="18" charset="0"/>
                <a:ea typeface="굴림" panose="020B0600000101010101" pitchFamily="50" charset="-127"/>
              </a:defRPr>
            </a:lvl3pPr>
            <a:lvl4pPr marL="1600200" indent="-228600" algn="ctr" latinLnBrk="1">
              <a:defRPr kumimoji="1" sz="2400">
                <a:solidFill>
                  <a:schemeClr val="tx1"/>
                </a:solidFill>
                <a:latin typeface="Times New Roman" panose="02020603050405020304" pitchFamily="18" charset="0"/>
                <a:ea typeface="굴림" panose="020B0600000101010101" pitchFamily="50" charset="-127"/>
              </a:defRPr>
            </a:lvl4pPr>
            <a:lvl5pPr marL="2057400" indent="-228600" algn="ctr" latinLnBrk="1">
              <a:defRPr kumimoji="1" sz="2400">
                <a:solidFill>
                  <a:schemeClr val="tx1"/>
                </a:solidFill>
                <a:latin typeface="Times New Roman" panose="02020603050405020304" pitchFamily="18" charset="0"/>
                <a:ea typeface="굴림" panose="020B0600000101010101" pitchFamily="50" charset="-127"/>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굴림" panose="020B0600000101010101" pitchFamily="50" charset="-127"/>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굴림" panose="020B0600000101010101" pitchFamily="50" charset="-127"/>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굴림" panose="020B0600000101010101" pitchFamily="50" charset="-127"/>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굴림" panose="020B0600000101010101" pitchFamily="50" charset="-127"/>
              </a:defRPr>
            </a:lvl9pPr>
          </a:lstStyle>
          <a:p>
            <a:pPr algn="l" eaLnBrk="1" hangingPunct="1">
              <a:lnSpc>
                <a:spcPct val="70000"/>
              </a:lnSpc>
              <a:spcBef>
                <a:spcPct val="50000"/>
              </a:spcBef>
              <a:defRPr/>
            </a:pPr>
            <a:r>
              <a:rPr lang="en-US" altLang="ko-KR" sz="1100" b="1" dirty="0">
                <a:latin typeface="Arial" panose="020B0604020202020204" pitchFamily="34" charset="0"/>
              </a:rPr>
              <a:t>Korea Aerospace Research Institute</a:t>
            </a:r>
            <a:endParaRPr lang="en-US" altLang="ko-KR" sz="1100" dirty="0">
              <a:latin typeface="Arial" panose="020B0604020202020204" pitchFamily="34" charset="0"/>
            </a:endParaRPr>
          </a:p>
          <a:p>
            <a:pPr algn="l" eaLnBrk="1" hangingPunct="1">
              <a:lnSpc>
                <a:spcPct val="60000"/>
              </a:lnSpc>
              <a:spcBef>
                <a:spcPct val="50000"/>
              </a:spcBef>
              <a:defRPr/>
            </a:pPr>
            <a:r>
              <a:rPr lang="en-US" altLang="ko-KR" sz="900" b="0" dirty="0">
                <a:solidFill>
                  <a:srgbClr val="0000FF"/>
                </a:solidFill>
                <a:latin typeface="Arial" panose="020B0604020202020204" pitchFamily="34" charset="0"/>
              </a:rPr>
              <a:t>Lunar</a:t>
            </a:r>
            <a:r>
              <a:rPr lang="en-US" altLang="ko-KR" sz="900" b="0" baseline="0" dirty="0">
                <a:solidFill>
                  <a:srgbClr val="0000FF"/>
                </a:solidFill>
                <a:latin typeface="Arial" panose="020B0604020202020204" pitchFamily="34" charset="0"/>
              </a:rPr>
              <a:t> Exploration Program Office </a:t>
            </a:r>
            <a:endParaRPr lang="en-US" altLang="ko-KR" sz="900" b="0" dirty="0">
              <a:solidFill>
                <a:srgbClr val="0000FF"/>
              </a:solidFill>
              <a:latin typeface="Arial" panose="020B0604020202020204" pitchFamily="34" charset="0"/>
            </a:endParaRPr>
          </a:p>
          <a:p>
            <a:pPr algn="l" eaLnBrk="1" hangingPunct="1">
              <a:lnSpc>
                <a:spcPct val="60000"/>
              </a:lnSpc>
              <a:spcBef>
                <a:spcPct val="50000"/>
              </a:spcBef>
              <a:defRPr/>
            </a:pPr>
            <a:r>
              <a:rPr lang="en-US" altLang="ko-KR" sz="800" dirty="0">
                <a:latin typeface="Arial" panose="020B0604020202020204" pitchFamily="34" charset="0"/>
              </a:rPr>
              <a:t>169-84, </a:t>
            </a:r>
            <a:r>
              <a:rPr lang="en-US" altLang="ko-KR" sz="800" dirty="0" err="1">
                <a:latin typeface="Arial" panose="020B0604020202020204" pitchFamily="34" charset="0"/>
              </a:rPr>
              <a:t>Gwahak-ro</a:t>
            </a:r>
            <a:r>
              <a:rPr lang="en-US" altLang="ko-KR" sz="800" dirty="0">
                <a:latin typeface="Arial" panose="020B0604020202020204" pitchFamily="34" charset="0"/>
              </a:rPr>
              <a:t>, </a:t>
            </a:r>
            <a:r>
              <a:rPr lang="en-US" altLang="ko-KR" sz="800" dirty="0" err="1">
                <a:latin typeface="Arial" panose="020B0604020202020204" pitchFamily="34" charset="0"/>
              </a:rPr>
              <a:t>Yuseong-gu</a:t>
            </a:r>
            <a:r>
              <a:rPr lang="en-US" altLang="ko-KR" sz="800" dirty="0">
                <a:latin typeface="Arial" panose="020B0604020202020204" pitchFamily="34" charset="0"/>
              </a:rPr>
              <a:t>, </a:t>
            </a:r>
            <a:r>
              <a:rPr lang="en-US" altLang="ko-KR" sz="800" dirty="0" err="1">
                <a:latin typeface="Arial" panose="020B0604020202020204" pitchFamily="34" charset="0"/>
              </a:rPr>
              <a:t>Daejeon</a:t>
            </a:r>
            <a:r>
              <a:rPr lang="en-US" altLang="ko-KR" sz="800" dirty="0">
                <a:latin typeface="Arial" panose="020B0604020202020204" pitchFamily="34" charset="0"/>
              </a:rPr>
              <a:t> 34133, Korea</a:t>
            </a:r>
          </a:p>
        </p:txBody>
      </p:sp>
      <p:sp>
        <p:nvSpPr>
          <p:cNvPr id="16" name="Text Box 32"/>
          <p:cNvSpPr txBox="1">
            <a:spLocks noChangeArrowheads="1"/>
          </p:cNvSpPr>
          <p:nvPr userDrawn="1"/>
        </p:nvSpPr>
        <p:spPr bwMode="auto">
          <a:xfrm>
            <a:off x="107135" y="5830081"/>
            <a:ext cx="8928992" cy="53082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64800" anchor="ctr"/>
          <a:lstStyle>
            <a:lvl1pPr algn="ctr" latinLnBrk="1">
              <a:defRPr kumimoji="1" sz="2400">
                <a:solidFill>
                  <a:schemeClr val="tx1"/>
                </a:solidFill>
                <a:latin typeface="Times New Roman" panose="02020603050405020304" pitchFamily="18" charset="0"/>
                <a:ea typeface="굴림" panose="020B0600000101010101" pitchFamily="50" charset="-127"/>
              </a:defRPr>
            </a:lvl1pPr>
            <a:lvl2pPr marL="742950" indent="-285750" algn="ctr" latinLnBrk="1">
              <a:defRPr kumimoji="1" sz="2400">
                <a:solidFill>
                  <a:schemeClr val="tx1"/>
                </a:solidFill>
                <a:latin typeface="Times New Roman" panose="02020603050405020304" pitchFamily="18" charset="0"/>
                <a:ea typeface="굴림" panose="020B0600000101010101" pitchFamily="50" charset="-127"/>
              </a:defRPr>
            </a:lvl2pPr>
            <a:lvl3pPr marL="1143000" indent="-228600" algn="ctr" latinLnBrk="1">
              <a:defRPr kumimoji="1" sz="2400">
                <a:solidFill>
                  <a:schemeClr val="tx1"/>
                </a:solidFill>
                <a:latin typeface="Times New Roman" panose="02020603050405020304" pitchFamily="18" charset="0"/>
                <a:ea typeface="굴림" panose="020B0600000101010101" pitchFamily="50" charset="-127"/>
              </a:defRPr>
            </a:lvl3pPr>
            <a:lvl4pPr marL="1600200" indent="-228600" algn="ctr" latinLnBrk="1">
              <a:defRPr kumimoji="1" sz="2400">
                <a:solidFill>
                  <a:schemeClr val="tx1"/>
                </a:solidFill>
                <a:latin typeface="Times New Roman" panose="02020603050405020304" pitchFamily="18" charset="0"/>
                <a:ea typeface="굴림" panose="020B0600000101010101" pitchFamily="50" charset="-127"/>
              </a:defRPr>
            </a:lvl4pPr>
            <a:lvl5pPr marL="2057400" indent="-228600" algn="ctr" latinLnBrk="1">
              <a:defRPr kumimoji="1" sz="2400">
                <a:solidFill>
                  <a:schemeClr val="tx1"/>
                </a:solidFill>
                <a:latin typeface="Times New Roman" panose="02020603050405020304" pitchFamily="18" charset="0"/>
                <a:ea typeface="굴림" panose="020B0600000101010101" pitchFamily="50" charset="-127"/>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굴림" panose="020B0600000101010101" pitchFamily="50" charset="-127"/>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굴림" panose="020B0600000101010101" pitchFamily="50" charset="-127"/>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굴림" panose="020B0600000101010101" pitchFamily="50" charset="-127"/>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굴림" panose="020B0600000101010101" pitchFamily="50" charset="-127"/>
              </a:defRPr>
            </a:lvl9pPr>
          </a:lstStyle>
          <a:p>
            <a:pPr algn="just">
              <a:lnSpc>
                <a:spcPct val="100000"/>
              </a:lnSpc>
              <a:spcBef>
                <a:spcPct val="50000"/>
              </a:spcBef>
            </a:pPr>
            <a:r>
              <a:rPr kumimoji="1" lang="en-US" altLang="ko-KR" sz="1100" b="0" kern="1200" dirty="0">
                <a:solidFill>
                  <a:srgbClr val="FF0000"/>
                </a:solidFill>
                <a:latin typeface="Arial" panose="020B0604020202020204" pitchFamily="34" charset="0"/>
                <a:ea typeface="굴림" panose="020B0600000101010101" pitchFamily="50" charset="-127"/>
                <a:cs typeface="Arial" panose="020B0604020202020204" pitchFamily="34" charset="0"/>
              </a:rPr>
              <a:t>Distribution Limitation (</a:t>
            </a:r>
            <a:r>
              <a:rPr kumimoji="1" lang="ko-KR" altLang="en-US" sz="1100" b="0" kern="1200" dirty="0">
                <a:solidFill>
                  <a:srgbClr val="FF0000"/>
                </a:solidFill>
                <a:latin typeface="Arial" panose="020B0604020202020204" pitchFamily="34" charset="0"/>
                <a:ea typeface="굴림" panose="020B0600000101010101" pitchFamily="50" charset="-127"/>
                <a:cs typeface="Arial" panose="020B0604020202020204" pitchFamily="34" charset="0"/>
              </a:rPr>
              <a:t>무단복사 배포금지), </a:t>
            </a:r>
            <a:r>
              <a:rPr kumimoji="1" lang="en-US" altLang="ko-KR" sz="1100" b="0" kern="1200" dirty="0">
                <a:solidFill>
                  <a:srgbClr val="FF0000"/>
                </a:solidFill>
                <a:latin typeface="Arial" panose="020B0604020202020204" pitchFamily="34" charset="0"/>
                <a:ea typeface="굴림" panose="020B0600000101010101" pitchFamily="50" charset="-127"/>
                <a:cs typeface="Arial" panose="020B0604020202020204" pitchFamily="34" charset="0"/>
              </a:rPr>
              <a:t>KARI Proprietary Data : </a:t>
            </a:r>
            <a:r>
              <a:rPr kumimoji="1" lang="en-US" altLang="ko-KR" sz="1100" i="1" kern="1200" dirty="0">
                <a:solidFill>
                  <a:schemeClr val="tx1"/>
                </a:solidFill>
                <a:latin typeface="Arial" panose="020B0604020202020204" pitchFamily="34" charset="0"/>
                <a:ea typeface="굴림" panose="020B0600000101010101" pitchFamily="50" charset="-127"/>
                <a:cs typeface="Arial" panose="020B0604020202020204" pitchFamily="34" charset="0"/>
              </a:rPr>
              <a:t>The data contained in this document, without the permission of KARI, will not be used or disclosed for any purpose other than KPLO</a:t>
            </a:r>
            <a:r>
              <a:rPr kumimoji="1" lang="en-US" altLang="ko-KR" sz="1100" i="1" kern="1200" baseline="0" dirty="0">
                <a:solidFill>
                  <a:schemeClr val="tx1"/>
                </a:solidFill>
                <a:latin typeface="Arial" panose="020B0604020202020204" pitchFamily="34" charset="0"/>
                <a:ea typeface="굴림" panose="020B0600000101010101" pitchFamily="50" charset="-127"/>
                <a:cs typeface="Arial" panose="020B0604020202020204" pitchFamily="34" charset="0"/>
              </a:rPr>
              <a:t> </a:t>
            </a:r>
            <a:r>
              <a:rPr kumimoji="1" lang="en-US" altLang="ko-KR" sz="1100" i="1" kern="1200" dirty="0">
                <a:solidFill>
                  <a:schemeClr val="tx1"/>
                </a:solidFill>
                <a:latin typeface="Arial" panose="020B0604020202020204" pitchFamily="34" charset="0"/>
                <a:ea typeface="굴림" panose="020B0600000101010101" pitchFamily="50" charset="-127"/>
                <a:cs typeface="Arial" panose="020B0604020202020204" pitchFamily="34" charset="0"/>
              </a:rPr>
              <a:t>Development. This restriction does not limit the right to use or disclose this data if legally obtained from another source without restriction. The data subject to this restriction is contained on all pages</a:t>
            </a:r>
            <a:r>
              <a:rPr kumimoji="1" lang="en-US" altLang="ko-KR" sz="1100" kern="1200" dirty="0">
                <a:solidFill>
                  <a:schemeClr val="tx1"/>
                </a:solidFill>
                <a:latin typeface="Arial" panose="020B0604020202020204" pitchFamily="34" charset="0"/>
                <a:ea typeface="굴림" panose="020B0600000101010101" pitchFamily="50" charset="-127"/>
                <a:cs typeface="Arial" panose="020B0604020202020204" pitchFamily="34" charset="0"/>
              </a:rPr>
              <a:t>.</a:t>
            </a:r>
          </a:p>
        </p:txBody>
      </p:sp>
      <p:sp>
        <p:nvSpPr>
          <p:cNvPr id="24" name="Text Box 86"/>
          <p:cNvSpPr txBox="1">
            <a:spLocks noChangeArrowheads="1"/>
          </p:cNvSpPr>
          <p:nvPr userDrawn="1"/>
        </p:nvSpPr>
        <p:spPr bwMode="auto">
          <a:xfrm>
            <a:off x="2123728" y="6516590"/>
            <a:ext cx="5689600" cy="261610"/>
          </a:xfrm>
          <a:prstGeom prst="rect">
            <a:avLst/>
          </a:prstGeom>
          <a:noFill/>
          <a:ln w="57150" algn="ctr">
            <a:noFill/>
            <a:miter lim="800000"/>
            <a:headEnd type="none" w="sm" len="sm"/>
            <a:tailEnd type="none" w="sm" len="sm"/>
          </a:ln>
          <a:effectLst/>
        </p:spPr>
        <p:txBody>
          <a:bodyPr wrap="square">
            <a:spAutoFit/>
          </a:bodyPr>
          <a:lstStyle/>
          <a:p>
            <a:pPr>
              <a:spcBef>
                <a:spcPct val="50000"/>
              </a:spcBef>
            </a:pPr>
            <a:r>
              <a:rPr lang="en-US" altLang="ko-KR" sz="1100" b="0" i="0" dirty="0">
                <a:solidFill>
                  <a:srgbClr val="FF0000"/>
                </a:solidFill>
                <a:latin typeface="맑은 고딕" pitchFamily="50" charset="-127"/>
                <a:ea typeface="맑은 고딕" pitchFamily="50" charset="-127"/>
              </a:rPr>
              <a:t>               </a:t>
            </a:r>
            <a:r>
              <a:rPr lang="en-US" altLang="ko-KR" sz="1100" b="0" i="0" dirty="0">
                <a:solidFill>
                  <a:srgbClr val="FF0000"/>
                </a:solidFill>
                <a:latin typeface="Book Antiqua" panose="02040602050305030304" pitchFamily="18" charset="0"/>
                <a:ea typeface="맑은 고딕" pitchFamily="50" charset="-127"/>
              </a:rPr>
              <a:t>KARI</a:t>
            </a:r>
            <a:r>
              <a:rPr lang="en-US" altLang="ko-KR" sz="1100" b="0" i="0" baseline="0" dirty="0">
                <a:solidFill>
                  <a:srgbClr val="FF0000"/>
                </a:solidFill>
                <a:latin typeface="Book Antiqua" panose="02040602050305030304" pitchFamily="18" charset="0"/>
                <a:ea typeface="맑은 고딕" pitchFamily="50" charset="-127"/>
              </a:rPr>
              <a:t> Proprietary </a:t>
            </a:r>
            <a:r>
              <a:rPr lang="en-US" altLang="ko-KR" sz="1100" b="0" i="0" baseline="0" dirty="0">
                <a:solidFill>
                  <a:srgbClr val="FF0000"/>
                </a:solidFill>
                <a:latin typeface="맑은 고딕" pitchFamily="50" charset="-127"/>
                <a:ea typeface="맑은 고딕" pitchFamily="50" charset="-127"/>
              </a:rPr>
              <a:t>[</a:t>
            </a:r>
            <a:r>
              <a:rPr lang="ko-KR" altLang="en-US" sz="1100" b="0" i="0" baseline="0" dirty="0" err="1">
                <a:solidFill>
                  <a:srgbClr val="FF0000"/>
                </a:solidFill>
                <a:latin typeface="맑은 고딕" pitchFamily="50" charset="-127"/>
                <a:ea typeface="맑은 고딕" pitchFamily="50" charset="-127"/>
              </a:rPr>
              <a:t>업무관계자</a:t>
            </a:r>
            <a:r>
              <a:rPr lang="ko-KR" altLang="en-US" sz="1100" b="0" i="0" baseline="0" dirty="0">
                <a:solidFill>
                  <a:srgbClr val="FF0000"/>
                </a:solidFill>
                <a:latin typeface="맑은 고딕" pitchFamily="50" charset="-127"/>
                <a:ea typeface="맑은 고딕" pitchFamily="50" charset="-127"/>
              </a:rPr>
              <a:t> 외 열람 및 배포금지</a:t>
            </a:r>
            <a:r>
              <a:rPr kumimoji="1" lang="en-US" altLang="ko-KR" sz="1100" b="0" i="0" kern="1200" dirty="0">
                <a:solidFill>
                  <a:srgbClr val="FF0000"/>
                </a:solidFill>
                <a:latin typeface="맑은 고딕" pitchFamily="50" charset="-127"/>
                <a:ea typeface="맑은 고딕" pitchFamily="50" charset="-127"/>
                <a:cs typeface="Arial" pitchFamily="34" charset="0"/>
              </a:rPr>
              <a:t>]</a:t>
            </a:r>
            <a:r>
              <a:rPr lang="en-US" altLang="ko-KR" sz="1100" b="0" i="0" dirty="0">
                <a:solidFill>
                  <a:srgbClr val="FF0000"/>
                </a:solidFill>
                <a:latin typeface="맑은 고딕" pitchFamily="50" charset="-127"/>
                <a:ea typeface="맑은 고딕" pitchFamily="50" charset="-127"/>
              </a:rPr>
              <a:t> </a:t>
            </a:r>
          </a:p>
        </p:txBody>
      </p:sp>
      <p:sp>
        <p:nvSpPr>
          <p:cNvPr id="17" name="Rectangle 4"/>
          <p:cNvSpPr>
            <a:spLocks noGrp="1" noChangeArrowheads="1"/>
          </p:cNvSpPr>
          <p:nvPr>
            <p:ph type="sldNum" sz="quarter" idx="4"/>
          </p:nvPr>
        </p:nvSpPr>
        <p:spPr bwMode="auto">
          <a:xfrm>
            <a:off x="7129504" y="6422539"/>
            <a:ext cx="1905000" cy="318829"/>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marL="0" marR="0" indent="0" algn="r" defTabSz="844083" rtl="0" eaLnBrk="0" fontAlgn="base" latinLnBrk="0" hangingPunct="0">
              <a:lnSpc>
                <a:spcPct val="80000"/>
              </a:lnSpc>
              <a:spcBef>
                <a:spcPct val="0"/>
              </a:spcBef>
              <a:spcAft>
                <a:spcPct val="0"/>
              </a:spcAft>
              <a:buClrTx/>
              <a:buSzTx/>
              <a:buFontTx/>
              <a:buNone/>
              <a:tabLst/>
              <a:defRPr sz="1100" b="1">
                <a:solidFill>
                  <a:srgbClr val="0099FF"/>
                </a:solidFill>
                <a:latin typeface="Arial" panose="020B0604020202020204" pitchFamily="34" charset="0"/>
                <a:ea typeface="돋움" pitchFamily="50" charset="-127"/>
                <a:cs typeface="Arial" panose="020B0604020202020204" pitchFamily="34" charset="0"/>
              </a:defRPr>
            </a:lvl1pPr>
          </a:lstStyle>
          <a:p>
            <a:fld id="{5FF3941A-8195-4E1C-AD48-53675AE8B136}" type="slidenum">
              <a:rPr lang="en-US" altLang="ko-KR" smtClean="0"/>
              <a:pPr/>
              <a:t>‹#›</a:t>
            </a:fld>
            <a:endParaRPr lang="en-US" altLang="ko-KR" dirty="0"/>
          </a:p>
        </p:txBody>
      </p:sp>
      <p:sp>
        <p:nvSpPr>
          <p:cNvPr id="26" name="TextBox 25">
            <a:extLst>
              <a:ext uri="{FF2B5EF4-FFF2-40B4-BE49-F238E27FC236}">
                <a16:creationId xmlns:a16="http://schemas.microsoft.com/office/drawing/2014/main" id="{70E0FA9B-6888-481F-A10F-CF32DCE49F30}"/>
              </a:ext>
            </a:extLst>
          </p:cNvPr>
          <p:cNvSpPr txBox="1"/>
          <p:nvPr userDrawn="1"/>
        </p:nvSpPr>
        <p:spPr>
          <a:xfrm>
            <a:off x="16934" y="6479758"/>
            <a:ext cx="1515158" cy="400110"/>
          </a:xfrm>
          <a:prstGeom prst="rect">
            <a:avLst/>
          </a:prstGeom>
          <a:noFill/>
        </p:spPr>
        <p:txBody>
          <a:bodyPr wrap="none" rtlCol="0">
            <a:spAutoFit/>
          </a:bodyPr>
          <a:lstStyle/>
          <a:p>
            <a:r>
              <a:rPr lang="en-US" altLang="ko-KR" sz="1000" b="0" baseline="0" dirty="0" smtClean="0">
                <a:solidFill>
                  <a:srgbClr val="0066FF"/>
                </a:solidFill>
                <a:latin typeface="Book Antiqua" panose="02040602050305030304" pitchFamily="18" charset="0"/>
                <a:cs typeface="Arial" panose="020B0604020202020204" pitchFamily="34" charset="0"/>
              </a:rPr>
              <a:t>DTNPL </a:t>
            </a:r>
            <a:r>
              <a:rPr lang="en-US" altLang="ko-KR" sz="1000" b="0" baseline="0" dirty="0">
                <a:solidFill>
                  <a:srgbClr val="0066FF"/>
                </a:solidFill>
                <a:latin typeface="Book Antiqua" panose="02040602050305030304" pitchFamily="18" charset="0"/>
                <a:cs typeface="Arial" panose="020B0604020202020204" pitchFamily="34" charset="0"/>
              </a:rPr>
              <a:t>ETB </a:t>
            </a:r>
            <a:r>
              <a:rPr lang="en-US" altLang="ko-KR" sz="1000" b="0" baseline="0" dirty="0" smtClean="0">
                <a:solidFill>
                  <a:srgbClr val="0066FF"/>
                </a:solidFill>
                <a:latin typeface="Book Antiqua" panose="02040602050305030304" pitchFamily="18" charset="0"/>
                <a:cs typeface="Arial" panose="020B0604020202020204" pitchFamily="34" charset="0"/>
              </a:rPr>
              <a:t>Test </a:t>
            </a:r>
            <a:r>
              <a:rPr lang="en-US" altLang="ko-KR" sz="1000" b="0" baseline="0" dirty="0">
                <a:solidFill>
                  <a:srgbClr val="0066FF"/>
                </a:solidFill>
                <a:latin typeface="Book Antiqua" panose="02040602050305030304" pitchFamily="18" charset="0"/>
                <a:cs typeface="Arial" panose="020B0604020202020204" pitchFamily="34" charset="0"/>
              </a:rPr>
              <a:t>- TRR</a:t>
            </a:r>
          </a:p>
          <a:p>
            <a:r>
              <a:rPr lang="en-US" altLang="ko-KR" sz="1000" b="0" baseline="0" dirty="0" smtClean="0">
                <a:solidFill>
                  <a:srgbClr val="0066FF"/>
                </a:solidFill>
                <a:latin typeface="Book Antiqua" panose="02040602050305030304" pitchFamily="18" charset="0"/>
                <a:cs typeface="Arial" panose="020B0604020202020204" pitchFamily="34" charset="0"/>
              </a:rPr>
              <a:t>03 Sep. </a:t>
            </a:r>
            <a:r>
              <a:rPr lang="en-US" altLang="ko-KR" sz="1000" b="0" baseline="0" dirty="0">
                <a:solidFill>
                  <a:srgbClr val="0066FF"/>
                </a:solidFill>
                <a:latin typeface="Book Antiqua" panose="02040602050305030304" pitchFamily="18" charset="0"/>
                <a:cs typeface="Arial" panose="020B0604020202020204" pitchFamily="34" charset="0"/>
              </a:rPr>
              <a:t>2020</a:t>
            </a:r>
            <a:endParaRPr lang="ko-KR" altLang="en-US" sz="1000" b="0" dirty="0">
              <a:solidFill>
                <a:srgbClr val="0066FF"/>
              </a:solidFill>
              <a:latin typeface="Book Antiqua" panose="02040602050305030304" pitchFamily="18" charset="0"/>
              <a:cs typeface="Arial" panose="020B0604020202020204" pitchFamily="34" charset="0"/>
            </a:endParaRPr>
          </a:p>
        </p:txBody>
      </p:sp>
      <p:graphicFrame>
        <p:nvGraphicFramePr>
          <p:cNvPr id="25" name="Group 44">
            <a:extLst>
              <a:ext uri="{FF2B5EF4-FFF2-40B4-BE49-F238E27FC236}">
                <a16:creationId xmlns:a16="http://schemas.microsoft.com/office/drawing/2014/main" id="{7A38C681-B56E-4512-B5A9-821112F6D67F}"/>
              </a:ext>
            </a:extLst>
          </p:cNvPr>
          <p:cNvGraphicFramePr>
            <a:graphicFrameLocks noGrp="1"/>
          </p:cNvGraphicFramePr>
          <p:nvPr userDrawn="1">
            <p:extLst>
              <p:ext uri="{D42A27DB-BD31-4B8C-83A1-F6EECF244321}">
                <p14:modId xmlns:p14="http://schemas.microsoft.com/office/powerpoint/2010/main" val="2780645548"/>
              </p:ext>
            </p:extLst>
          </p:nvPr>
        </p:nvGraphicFramePr>
        <p:xfrm>
          <a:off x="233892" y="494980"/>
          <a:ext cx="8693150" cy="773780"/>
        </p:xfrm>
        <a:graphic>
          <a:graphicData uri="http://schemas.openxmlformats.org/drawingml/2006/table">
            <a:tbl>
              <a:tblPr/>
              <a:tblGrid>
                <a:gridCol w="1457788">
                  <a:extLst>
                    <a:ext uri="{9D8B030D-6E8A-4147-A177-3AD203B41FA5}">
                      <a16:colId xmlns:a16="http://schemas.microsoft.com/office/drawing/2014/main" val="20000"/>
                    </a:ext>
                  </a:extLst>
                </a:gridCol>
                <a:gridCol w="6048672">
                  <a:extLst>
                    <a:ext uri="{9D8B030D-6E8A-4147-A177-3AD203B41FA5}">
                      <a16:colId xmlns:a16="http://schemas.microsoft.com/office/drawing/2014/main" val="20001"/>
                    </a:ext>
                  </a:extLst>
                </a:gridCol>
                <a:gridCol w="1186690">
                  <a:extLst>
                    <a:ext uri="{9D8B030D-6E8A-4147-A177-3AD203B41FA5}">
                      <a16:colId xmlns:a16="http://schemas.microsoft.com/office/drawing/2014/main" val="20002"/>
                    </a:ext>
                  </a:extLst>
                </a:gridCol>
              </a:tblGrid>
              <a:tr h="773780">
                <a:tc>
                  <a:txBody>
                    <a:bodyPr/>
                    <a:lstStyle>
                      <a:lvl1pPr algn="l">
                        <a:spcBef>
                          <a:spcPct val="20000"/>
                        </a:spcBef>
                        <a:defRPr kumimoji="1" sz="1600" b="1">
                          <a:solidFill>
                            <a:schemeClr val="tx1"/>
                          </a:solidFill>
                          <a:latin typeface="Arial" panose="020B0604020202020204" pitchFamily="34" charset="0"/>
                          <a:ea typeface="굴림" panose="020B0600000101010101" pitchFamily="50" charset="-127"/>
                        </a:defRPr>
                      </a:lvl1pPr>
                      <a:lvl2pPr marL="476250" algn="l">
                        <a:spcBef>
                          <a:spcPct val="20000"/>
                        </a:spcBef>
                        <a:defRPr kumimoji="1" sz="1600">
                          <a:solidFill>
                            <a:schemeClr val="tx1"/>
                          </a:solidFill>
                          <a:latin typeface="Arial" panose="020B0604020202020204" pitchFamily="34" charset="0"/>
                          <a:ea typeface="굴림" panose="020B0600000101010101" pitchFamily="50" charset="-127"/>
                        </a:defRPr>
                      </a:lvl2pPr>
                      <a:lvl3pPr marL="952500" algn="l">
                        <a:spcBef>
                          <a:spcPct val="20000"/>
                        </a:spcBef>
                        <a:defRPr kumimoji="1" sz="1400" b="1">
                          <a:solidFill>
                            <a:schemeClr val="tx1"/>
                          </a:solidFill>
                          <a:latin typeface="Arial" panose="020B0604020202020204" pitchFamily="34" charset="0"/>
                          <a:ea typeface="굴림" panose="020B0600000101010101" pitchFamily="50" charset="-127"/>
                        </a:defRPr>
                      </a:lvl3pPr>
                      <a:lvl4pPr algn="l">
                        <a:spcBef>
                          <a:spcPct val="20000"/>
                        </a:spcBef>
                        <a:defRPr kumimoji="1" sz="1400" b="1">
                          <a:solidFill>
                            <a:schemeClr val="tx1"/>
                          </a:solidFill>
                          <a:latin typeface="Arial" panose="020B0604020202020204" pitchFamily="34" charset="0"/>
                          <a:ea typeface="굴림" panose="020B0600000101010101" pitchFamily="50" charset="-127"/>
                        </a:defRPr>
                      </a:lvl4pPr>
                      <a:lvl5pPr algn="l">
                        <a:spcBef>
                          <a:spcPct val="20000"/>
                        </a:spcBef>
                        <a:defRPr kumimoji="1" sz="1400" b="1">
                          <a:solidFill>
                            <a:schemeClr val="tx1"/>
                          </a:solidFill>
                          <a:latin typeface="Arial" panose="020B0604020202020204" pitchFamily="34" charset="0"/>
                          <a:ea typeface="굴림" panose="020B0600000101010101" pitchFamily="50" charset="-127"/>
                        </a:defRPr>
                      </a:lvl5pPr>
                      <a:lvl6pPr fontAlgn="base">
                        <a:spcBef>
                          <a:spcPct val="20000"/>
                        </a:spcBef>
                        <a:spcAft>
                          <a:spcPct val="0"/>
                        </a:spcAft>
                        <a:defRPr kumimoji="1" sz="1400" b="1">
                          <a:solidFill>
                            <a:schemeClr val="tx1"/>
                          </a:solidFill>
                          <a:latin typeface="Arial" panose="020B0604020202020204" pitchFamily="34" charset="0"/>
                          <a:ea typeface="굴림" panose="020B0600000101010101" pitchFamily="50" charset="-127"/>
                        </a:defRPr>
                      </a:lvl6pPr>
                      <a:lvl7pPr fontAlgn="base">
                        <a:spcBef>
                          <a:spcPct val="20000"/>
                        </a:spcBef>
                        <a:spcAft>
                          <a:spcPct val="0"/>
                        </a:spcAft>
                        <a:defRPr kumimoji="1" sz="1400" b="1">
                          <a:solidFill>
                            <a:schemeClr val="tx1"/>
                          </a:solidFill>
                          <a:latin typeface="Arial" panose="020B0604020202020204" pitchFamily="34" charset="0"/>
                          <a:ea typeface="굴림" panose="020B0600000101010101" pitchFamily="50" charset="-127"/>
                        </a:defRPr>
                      </a:lvl7pPr>
                      <a:lvl8pPr fontAlgn="base">
                        <a:spcBef>
                          <a:spcPct val="20000"/>
                        </a:spcBef>
                        <a:spcAft>
                          <a:spcPct val="0"/>
                        </a:spcAft>
                        <a:defRPr kumimoji="1" sz="1400" b="1">
                          <a:solidFill>
                            <a:schemeClr val="tx1"/>
                          </a:solidFill>
                          <a:latin typeface="Arial" panose="020B0604020202020204" pitchFamily="34" charset="0"/>
                          <a:ea typeface="굴림" panose="020B0600000101010101" pitchFamily="50" charset="-127"/>
                        </a:defRPr>
                      </a:lvl8pPr>
                      <a:lvl9pPr fontAlgn="base">
                        <a:spcBef>
                          <a:spcPct val="20000"/>
                        </a:spcBef>
                        <a:spcAft>
                          <a:spcPct val="0"/>
                        </a:spcAft>
                        <a:defRPr kumimoji="1" sz="1400" b="1">
                          <a:solidFill>
                            <a:schemeClr val="tx1"/>
                          </a:solidFill>
                          <a:latin typeface="Arial" panose="020B0604020202020204" pitchFamily="34" charset="0"/>
                          <a:ea typeface="굴림" panose="020B0600000101010101" pitchFamily="50" charset="-127"/>
                        </a:defRPr>
                      </a:lvl9p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600" b="1" i="0" u="none" strike="noStrike" cap="none" normalizeH="0" baseline="0" dirty="0">
                        <a:ln>
                          <a:noFill/>
                        </a:ln>
                        <a:solidFill>
                          <a:schemeClr val="tx1"/>
                        </a:solidFill>
                        <a:effectLst/>
                        <a:latin typeface="Arial" panose="020B0604020202020204" pitchFamily="34" charset="0"/>
                        <a:ea typeface="굴림" panose="020B0600000101010101" pitchFamily="50" charset="-127"/>
                      </a:endParaRPr>
                    </a:p>
                  </a:txBody>
                  <a:tcPr horzOverflow="overflow">
                    <a:lnL w="38100" cap="flat" cmpd="sng" algn="ctr">
                      <a:solidFill>
                        <a:srgbClr val="0000FF"/>
                      </a:solidFill>
                      <a:prstDash val="solid"/>
                      <a:round/>
                      <a:headEnd type="none" w="med" len="med"/>
                      <a:tailEnd type="none" w="med" len="med"/>
                    </a:lnL>
                    <a:lnR w="38100" cap="flat" cmpd="sng" algn="ctr">
                      <a:solidFill>
                        <a:srgbClr val="0000FF"/>
                      </a:solidFill>
                      <a:prstDash val="solid"/>
                      <a:round/>
                      <a:headEnd type="none" w="med" len="med"/>
                      <a:tailEnd type="none" w="med" len="med"/>
                    </a:lnR>
                    <a:lnT w="38100" cap="flat" cmpd="sng" algn="ctr">
                      <a:solidFill>
                        <a:srgbClr val="0000FF"/>
                      </a:solidFill>
                      <a:prstDash val="solid"/>
                      <a:round/>
                      <a:headEnd type="none" w="med" len="med"/>
                      <a:tailEnd type="none" w="med" len="med"/>
                    </a:lnT>
                    <a:lnB w="38100" cap="flat" cmpd="sng" algn="ctr">
                      <a:solidFill>
                        <a:srgbClr val="0000FF"/>
                      </a:solidFill>
                      <a:prstDash val="solid"/>
                      <a:round/>
                      <a:headEnd type="none" w="med" len="med"/>
                      <a:tailEnd type="none" w="med" len="med"/>
                    </a:lnB>
                    <a:lnTlToBr>
                      <a:noFill/>
                    </a:lnTlToBr>
                    <a:lnBlToTr>
                      <a:noFill/>
                    </a:lnBlToTr>
                    <a:solidFill>
                      <a:srgbClr val="FFFF99"/>
                    </a:solidFill>
                  </a:tcPr>
                </a:tc>
                <a:tc>
                  <a:txBody>
                    <a:bodyPr/>
                    <a:lstStyle>
                      <a:lvl1pPr algn="l">
                        <a:spcBef>
                          <a:spcPct val="20000"/>
                        </a:spcBef>
                        <a:defRPr kumimoji="1" sz="1600" b="1">
                          <a:solidFill>
                            <a:schemeClr val="tx1"/>
                          </a:solidFill>
                          <a:latin typeface="Arial" panose="020B0604020202020204" pitchFamily="34" charset="0"/>
                          <a:ea typeface="굴림" panose="020B0600000101010101" pitchFamily="50" charset="-127"/>
                        </a:defRPr>
                      </a:lvl1pPr>
                      <a:lvl2pPr marL="476250" algn="l">
                        <a:spcBef>
                          <a:spcPct val="20000"/>
                        </a:spcBef>
                        <a:defRPr kumimoji="1" sz="1600">
                          <a:solidFill>
                            <a:schemeClr val="tx1"/>
                          </a:solidFill>
                          <a:latin typeface="Arial" panose="020B0604020202020204" pitchFamily="34" charset="0"/>
                          <a:ea typeface="굴림" panose="020B0600000101010101" pitchFamily="50" charset="-127"/>
                        </a:defRPr>
                      </a:lvl2pPr>
                      <a:lvl3pPr marL="952500" algn="l">
                        <a:spcBef>
                          <a:spcPct val="20000"/>
                        </a:spcBef>
                        <a:defRPr kumimoji="1" sz="1400" b="1">
                          <a:solidFill>
                            <a:schemeClr val="tx1"/>
                          </a:solidFill>
                          <a:latin typeface="Arial" panose="020B0604020202020204" pitchFamily="34" charset="0"/>
                          <a:ea typeface="굴림" panose="020B0600000101010101" pitchFamily="50" charset="-127"/>
                        </a:defRPr>
                      </a:lvl3pPr>
                      <a:lvl4pPr algn="l">
                        <a:spcBef>
                          <a:spcPct val="20000"/>
                        </a:spcBef>
                        <a:defRPr kumimoji="1" sz="1400" b="1">
                          <a:solidFill>
                            <a:schemeClr val="tx1"/>
                          </a:solidFill>
                          <a:latin typeface="Arial" panose="020B0604020202020204" pitchFamily="34" charset="0"/>
                          <a:ea typeface="굴림" panose="020B0600000101010101" pitchFamily="50" charset="-127"/>
                        </a:defRPr>
                      </a:lvl4pPr>
                      <a:lvl5pPr algn="l">
                        <a:spcBef>
                          <a:spcPct val="20000"/>
                        </a:spcBef>
                        <a:defRPr kumimoji="1" sz="1400" b="1">
                          <a:solidFill>
                            <a:schemeClr val="tx1"/>
                          </a:solidFill>
                          <a:latin typeface="Arial" panose="020B0604020202020204" pitchFamily="34" charset="0"/>
                          <a:ea typeface="굴림" panose="020B0600000101010101" pitchFamily="50" charset="-127"/>
                        </a:defRPr>
                      </a:lvl5pPr>
                      <a:lvl6pPr fontAlgn="base">
                        <a:spcBef>
                          <a:spcPct val="20000"/>
                        </a:spcBef>
                        <a:spcAft>
                          <a:spcPct val="0"/>
                        </a:spcAft>
                        <a:defRPr kumimoji="1" sz="1400" b="1">
                          <a:solidFill>
                            <a:schemeClr val="tx1"/>
                          </a:solidFill>
                          <a:latin typeface="Arial" panose="020B0604020202020204" pitchFamily="34" charset="0"/>
                          <a:ea typeface="굴림" panose="020B0600000101010101" pitchFamily="50" charset="-127"/>
                        </a:defRPr>
                      </a:lvl6pPr>
                      <a:lvl7pPr fontAlgn="base">
                        <a:spcBef>
                          <a:spcPct val="20000"/>
                        </a:spcBef>
                        <a:spcAft>
                          <a:spcPct val="0"/>
                        </a:spcAft>
                        <a:defRPr kumimoji="1" sz="1400" b="1">
                          <a:solidFill>
                            <a:schemeClr val="tx1"/>
                          </a:solidFill>
                          <a:latin typeface="Arial" panose="020B0604020202020204" pitchFamily="34" charset="0"/>
                          <a:ea typeface="굴림" panose="020B0600000101010101" pitchFamily="50" charset="-127"/>
                        </a:defRPr>
                      </a:lvl7pPr>
                      <a:lvl8pPr fontAlgn="base">
                        <a:spcBef>
                          <a:spcPct val="20000"/>
                        </a:spcBef>
                        <a:spcAft>
                          <a:spcPct val="0"/>
                        </a:spcAft>
                        <a:defRPr kumimoji="1" sz="1400" b="1">
                          <a:solidFill>
                            <a:schemeClr val="tx1"/>
                          </a:solidFill>
                          <a:latin typeface="Arial" panose="020B0604020202020204" pitchFamily="34" charset="0"/>
                          <a:ea typeface="굴림" panose="020B0600000101010101" pitchFamily="50" charset="-127"/>
                        </a:defRPr>
                      </a:lvl8pPr>
                      <a:lvl9pPr fontAlgn="base">
                        <a:spcBef>
                          <a:spcPct val="20000"/>
                        </a:spcBef>
                        <a:spcAft>
                          <a:spcPct val="0"/>
                        </a:spcAft>
                        <a:defRPr kumimoji="1" sz="1400" b="1">
                          <a:solidFill>
                            <a:schemeClr val="tx1"/>
                          </a:solidFill>
                          <a:latin typeface="Arial" panose="020B0604020202020204" pitchFamily="34" charset="0"/>
                          <a:ea typeface="굴림" panose="020B0600000101010101" pitchFamily="50" charset="-127"/>
                        </a:defRPr>
                      </a:lvl9pPr>
                    </a:lstStyle>
                    <a:p>
                      <a:pPr marL="0" marR="0" lvl="0" indent="0" algn="ctr" defTabSz="914400" rtl="0" eaLnBrk="1" fontAlgn="auto" latinLnBrk="1" hangingPunct="1">
                        <a:lnSpc>
                          <a:spcPct val="100000"/>
                        </a:lnSpc>
                        <a:spcBef>
                          <a:spcPts val="600"/>
                        </a:spcBef>
                        <a:spcAft>
                          <a:spcPts val="0"/>
                        </a:spcAft>
                        <a:buClrTx/>
                        <a:buSzTx/>
                        <a:buFont typeface="맑은 고딕" pitchFamily="50" charset="-127"/>
                        <a:buNone/>
                        <a:tabLst/>
                        <a:defRPr/>
                      </a:pPr>
                      <a:r>
                        <a:rPr kumimoji="0" lang="en-US" altLang="ko-KR" sz="3000" b="1" i="0" u="none" strike="noStrike" kern="1200" cap="none" spc="-100" normalizeH="0" baseline="0" noProof="0" dirty="0" smtClean="0">
                          <a:ln>
                            <a:noFill/>
                          </a:ln>
                          <a:solidFill>
                            <a:srgbClr val="FF0000"/>
                          </a:solidFill>
                          <a:effectLst/>
                          <a:uLnTx/>
                          <a:uFillTx/>
                          <a:latin typeface="Book Antiqua" panose="02040602050305030304" pitchFamily="18" charset="0"/>
                          <a:ea typeface="맑은 고딕" panose="020B0503020000020004" pitchFamily="50" charset="-127"/>
                          <a:cs typeface="Arial" pitchFamily="34" charset="0"/>
                        </a:rPr>
                        <a:t>DTNPL ETB </a:t>
                      </a:r>
                      <a:r>
                        <a:rPr kumimoji="0" lang="en-US" altLang="ko-KR" sz="3000" b="1" i="0" u="none" strike="noStrike" kern="1200" cap="none" spc="-100" normalizeH="0" baseline="0" noProof="0" dirty="0">
                          <a:ln>
                            <a:noFill/>
                          </a:ln>
                          <a:solidFill>
                            <a:srgbClr val="FF0000"/>
                          </a:solidFill>
                          <a:effectLst/>
                          <a:uLnTx/>
                          <a:uFillTx/>
                          <a:latin typeface="Book Antiqua" panose="02040602050305030304" pitchFamily="18" charset="0"/>
                          <a:ea typeface="맑은 고딕" panose="020B0503020000020004" pitchFamily="50" charset="-127"/>
                          <a:cs typeface="Arial" pitchFamily="34" charset="0"/>
                        </a:rPr>
                        <a:t>Test</a:t>
                      </a:r>
                    </a:p>
                  </a:txBody>
                  <a:tcPr marL="72000" marR="72000" anchor="ctr" horzOverflow="overflow">
                    <a:lnL w="38100" cap="flat" cmpd="sng" algn="ctr">
                      <a:solidFill>
                        <a:srgbClr val="0000FF"/>
                      </a:solidFill>
                      <a:prstDash val="solid"/>
                      <a:round/>
                      <a:headEnd type="none" w="med" len="med"/>
                      <a:tailEnd type="none" w="med" len="med"/>
                    </a:lnL>
                    <a:lnR w="38100" cap="flat" cmpd="sng" algn="ctr">
                      <a:solidFill>
                        <a:srgbClr val="0000FF"/>
                      </a:solidFill>
                      <a:prstDash val="solid"/>
                      <a:round/>
                      <a:headEnd type="none" w="med" len="med"/>
                      <a:tailEnd type="none" w="med" len="med"/>
                    </a:lnR>
                    <a:lnT w="38100" cap="flat" cmpd="sng" algn="ctr">
                      <a:solidFill>
                        <a:srgbClr val="0000FF"/>
                      </a:solidFill>
                      <a:prstDash val="solid"/>
                      <a:round/>
                      <a:headEnd type="none" w="med" len="med"/>
                      <a:tailEnd type="none" w="med" len="med"/>
                    </a:lnT>
                    <a:lnB w="38100" cap="flat" cmpd="sng" algn="ctr">
                      <a:solidFill>
                        <a:srgbClr val="0000FF"/>
                      </a:solidFill>
                      <a:prstDash val="solid"/>
                      <a:round/>
                      <a:headEnd type="none" w="med" len="med"/>
                      <a:tailEnd type="none" w="med" len="med"/>
                    </a:lnB>
                    <a:lnTlToBr>
                      <a:noFill/>
                    </a:lnTlToBr>
                    <a:lnBlToTr>
                      <a:noFill/>
                    </a:lnBlToTr>
                    <a:solidFill>
                      <a:srgbClr val="FFFF99"/>
                    </a:solidFill>
                  </a:tcPr>
                </a:tc>
                <a:tc>
                  <a:txBody>
                    <a:bodyPr/>
                    <a:lstStyle>
                      <a:lvl1pPr algn="l">
                        <a:spcBef>
                          <a:spcPct val="20000"/>
                        </a:spcBef>
                        <a:defRPr kumimoji="1" sz="1600" b="1">
                          <a:solidFill>
                            <a:schemeClr val="tx1"/>
                          </a:solidFill>
                          <a:latin typeface="Arial" panose="020B0604020202020204" pitchFamily="34" charset="0"/>
                          <a:ea typeface="굴림" panose="020B0600000101010101" pitchFamily="50" charset="-127"/>
                        </a:defRPr>
                      </a:lvl1pPr>
                      <a:lvl2pPr marL="476250" algn="l">
                        <a:spcBef>
                          <a:spcPct val="20000"/>
                        </a:spcBef>
                        <a:defRPr kumimoji="1" sz="1600">
                          <a:solidFill>
                            <a:schemeClr val="tx1"/>
                          </a:solidFill>
                          <a:latin typeface="Arial" panose="020B0604020202020204" pitchFamily="34" charset="0"/>
                          <a:ea typeface="굴림" panose="020B0600000101010101" pitchFamily="50" charset="-127"/>
                        </a:defRPr>
                      </a:lvl2pPr>
                      <a:lvl3pPr marL="952500" algn="l">
                        <a:spcBef>
                          <a:spcPct val="20000"/>
                        </a:spcBef>
                        <a:defRPr kumimoji="1" sz="1400" b="1">
                          <a:solidFill>
                            <a:schemeClr val="tx1"/>
                          </a:solidFill>
                          <a:latin typeface="Arial" panose="020B0604020202020204" pitchFamily="34" charset="0"/>
                          <a:ea typeface="굴림" panose="020B0600000101010101" pitchFamily="50" charset="-127"/>
                        </a:defRPr>
                      </a:lvl3pPr>
                      <a:lvl4pPr algn="l">
                        <a:spcBef>
                          <a:spcPct val="20000"/>
                        </a:spcBef>
                        <a:defRPr kumimoji="1" sz="1400" b="1">
                          <a:solidFill>
                            <a:schemeClr val="tx1"/>
                          </a:solidFill>
                          <a:latin typeface="Arial" panose="020B0604020202020204" pitchFamily="34" charset="0"/>
                          <a:ea typeface="굴림" panose="020B0600000101010101" pitchFamily="50" charset="-127"/>
                        </a:defRPr>
                      </a:lvl4pPr>
                      <a:lvl5pPr algn="l">
                        <a:spcBef>
                          <a:spcPct val="20000"/>
                        </a:spcBef>
                        <a:defRPr kumimoji="1" sz="1400" b="1">
                          <a:solidFill>
                            <a:schemeClr val="tx1"/>
                          </a:solidFill>
                          <a:latin typeface="Arial" panose="020B0604020202020204" pitchFamily="34" charset="0"/>
                          <a:ea typeface="굴림" panose="020B0600000101010101" pitchFamily="50" charset="-127"/>
                        </a:defRPr>
                      </a:lvl5pPr>
                      <a:lvl6pPr fontAlgn="base">
                        <a:spcBef>
                          <a:spcPct val="20000"/>
                        </a:spcBef>
                        <a:spcAft>
                          <a:spcPct val="0"/>
                        </a:spcAft>
                        <a:defRPr kumimoji="1" sz="1400" b="1">
                          <a:solidFill>
                            <a:schemeClr val="tx1"/>
                          </a:solidFill>
                          <a:latin typeface="Arial" panose="020B0604020202020204" pitchFamily="34" charset="0"/>
                          <a:ea typeface="굴림" panose="020B0600000101010101" pitchFamily="50" charset="-127"/>
                        </a:defRPr>
                      </a:lvl6pPr>
                      <a:lvl7pPr fontAlgn="base">
                        <a:spcBef>
                          <a:spcPct val="20000"/>
                        </a:spcBef>
                        <a:spcAft>
                          <a:spcPct val="0"/>
                        </a:spcAft>
                        <a:defRPr kumimoji="1" sz="1400" b="1">
                          <a:solidFill>
                            <a:schemeClr val="tx1"/>
                          </a:solidFill>
                          <a:latin typeface="Arial" panose="020B0604020202020204" pitchFamily="34" charset="0"/>
                          <a:ea typeface="굴림" panose="020B0600000101010101" pitchFamily="50" charset="-127"/>
                        </a:defRPr>
                      </a:lvl7pPr>
                      <a:lvl8pPr fontAlgn="base">
                        <a:spcBef>
                          <a:spcPct val="20000"/>
                        </a:spcBef>
                        <a:spcAft>
                          <a:spcPct val="0"/>
                        </a:spcAft>
                        <a:defRPr kumimoji="1" sz="1400" b="1">
                          <a:solidFill>
                            <a:schemeClr val="tx1"/>
                          </a:solidFill>
                          <a:latin typeface="Arial" panose="020B0604020202020204" pitchFamily="34" charset="0"/>
                          <a:ea typeface="굴림" panose="020B0600000101010101" pitchFamily="50" charset="-127"/>
                        </a:defRPr>
                      </a:lvl8pPr>
                      <a:lvl9pPr fontAlgn="base">
                        <a:spcBef>
                          <a:spcPct val="20000"/>
                        </a:spcBef>
                        <a:spcAft>
                          <a:spcPct val="0"/>
                        </a:spcAft>
                        <a:defRPr kumimoji="1" sz="1400" b="1">
                          <a:solidFill>
                            <a:schemeClr val="tx1"/>
                          </a:solidFill>
                          <a:latin typeface="Arial" panose="020B0604020202020204" pitchFamily="34" charset="0"/>
                          <a:ea typeface="굴림" panose="020B0600000101010101" pitchFamily="50" charset="-127"/>
                        </a:defRPr>
                      </a:lvl9p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600" b="1" i="0" u="none" strike="noStrike" cap="none" normalizeH="0" baseline="0" dirty="0">
                        <a:ln>
                          <a:noFill/>
                        </a:ln>
                        <a:solidFill>
                          <a:schemeClr val="tx1"/>
                        </a:solidFill>
                        <a:effectLst/>
                        <a:latin typeface="Arial" panose="020B0604020202020204" pitchFamily="34" charset="0"/>
                        <a:ea typeface="굴림" panose="020B0600000101010101" pitchFamily="50" charset="-127"/>
                      </a:endParaRPr>
                    </a:p>
                  </a:txBody>
                  <a:tcPr horzOverflow="overflow">
                    <a:lnL w="38100" cap="flat" cmpd="sng" algn="ctr">
                      <a:solidFill>
                        <a:srgbClr val="0000FF"/>
                      </a:solidFill>
                      <a:prstDash val="solid"/>
                      <a:round/>
                      <a:headEnd type="none" w="med" len="med"/>
                      <a:tailEnd type="none" w="med" len="med"/>
                    </a:lnL>
                    <a:lnR w="38100" cap="flat" cmpd="sng" algn="ctr">
                      <a:solidFill>
                        <a:srgbClr val="0000FF"/>
                      </a:solidFill>
                      <a:prstDash val="solid"/>
                      <a:round/>
                      <a:headEnd type="none" w="med" len="med"/>
                      <a:tailEnd type="none" w="med" len="med"/>
                    </a:lnR>
                    <a:lnT w="38100" cap="flat" cmpd="sng" algn="ctr">
                      <a:solidFill>
                        <a:srgbClr val="0000FF"/>
                      </a:solidFill>
                      <a:prstDash val="solid"/>
                      <a:round/>
                      <a:headEnd type="none" w="med" len="med"/>
                      <a:tailEnd type="none" w="med" len="med"/>
                    </a:lnT>
                    <a:lnB w="38100" cap="flat" cmpd="sng" algn="ctr">
                      <a:solidFill>
                        <a:srgbClr val="0000FF"/>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sp>
        <p:nvSpPr>
          <p:cNvPr id="27" name="Rectangle 46">
            <a:extLst>
              <a:ext uri="{FF2B5EF4-FFF2-40B4-BE49-F238E27FC236}">
                <a16:creationId xmlns:a16="http://schemas.microsoft.com/office/drawing/2014/main" id="{3FD6D95D-90FD-4335-8D80-3A5608EF0CD0}"/>
              </a:ext>
            </a:extLst>
          </p:cNvPr>
          <p:cNvSpPr>
            <a:spLocks noChangeArrowheads="1"/>
          </p:cNvSpPr>
          <p:nvPr userDrawn="1"/>
        </p:nvSpPr>
        <p:spPr bwMode="auto">
          <a:xfrm>
            <a:off x="211667" y="210387"/>
            <a:ext cx="8737600" cy="274824"/>
          </a:xfrm>
          <a:prstGeom prst="rect">
            <a:avLst/>
          </a:prstGeom>
          <a:solidFill>
            <a:srgbClr val="0000FF"/>
          </a:solidFill>
          <a:ln>
            <a:noFill/>
          </a:ln>
          <a:effectLst/>
        </p:spPr>
        <p:txBody>
          <a:bodyPr lIns="92075" tIns="46038" rIns="92075" bIns="46038" anchor="ctr"/>
          <a:lstStyle>
            <a:lvl1pPr>
              <a:defRPr kumimoji="1" sz="3000" b="1">
                <a:solidFill>
                  <a:schemeClr val="tx2"/>
                </a:solidFill>
                <a:latin typeface="Arial Black" panose="020B0A04020102020204" pitchFamily="34" charset="0"/>
                <a:ea typeface="굴림" panose="020B0600000101010101" pitchFamily="50" charset="-127"/>
              </a:defRPr>
            </a:lvl1pPr>
            <a:lvl2pPr>
              <a:defRPr kumimoji="1" sz="3000" b="1">
                <a:solidFill>
                  <a:schemeClr val="tx2"/>
                </a:solidFill>
                <a:latin typeface="Arial Black" panose="020B0A04020102020204" pitchFamily="34" charset="0"/>
                <a:ea typeface="굴림" panose="020B0600000101010101" pitchFamily="50" charset="-127"/>
              </a:defRPr>
            </a:lvl2pPr>
            <a:lvl3pPr>
              <a:defRPr kumimoji="1" sz="3000" b="1">
                <a:solidFill>
                  <a:schemeClr val="tx2"/>
                </a:solidFill>
                <a:latin typeface="Arial Black" panose="020B0A04020102020204" pitchFamily="34" charset="0"/>
                <a:ea typeface="굴림" panose="020B0600000101010101" pitchFamily="50" charset="-127"/>
              </a:defRPr>
            </a:lvl3pPr>
            <a:lvl4pPr>
              <a:defRPr kumimoji="1" sz="3000" b="1">
                <a:solidFill>
                  <a:schemeClr val="tx2"/>
                </a:solidFill>
                <a:latin typeface="Arial Black" panose="020B0A04020102020204" pitchFamily="34" charset="0"/>
                <a:ea typeface="굴림" panose="020B0600000101010101" pitchFamily="50" charset="-127"/>
              </a:defRPr>
            </a:lvl4pPr>
            <a:lvl5pPr>
              <a:defRPr kumimoji="1" sz="3000" b="1">
                <a:solidFill>
                  <a:schemeClr val="tx2"/>
                </a:solidFill>
                <a:latin typeface="Arial Black" panose="020B0A04020102020204" pitchFamily="34" charset="0"/>
                <a:ea typeface="굴림" panose="020B0600000101010101" pitchFamily="50" charset="-127"/>
              </a:defRPr>
            </a:lvl5pPr>
            <a:lvl6pPr marL="457200" algn="ctr" fontAlgn="base">
              <a:spcBef>
                <a:spcPct val="0"/>
              </a:spcBef>
              <a:spcAft>
                <a:spcPct val="0"/>
              </a:spcAft>
              <a:defRPr kumimoji="1" sz="3000" b="1">
                <a:solidFill>
                  <a:schemeClr val="tx2"/>
                </a:solidFill>
                <a:latin typeface="Arial Black" panose="020B0A04020102020204" pitchFamily="34" charset="0"/>
                <a:ea typeface="굴림" panose="020B0600000101010101" pitchFamily="50" charset="-127"/>
              </a:defRPr>
            </a:lvl6pPr>
            <a:lvl7pPr marL="914400" algn="ctr" fontAlgn="base">
              <a:spcBef>
                <a:spcPct val="0"/>
              </a:spcBef>
              <a:spcAft>
                <a:spcPct val="0"/>
              </a:spcAft>
              <a:defRPr kumimoji="1" sz="3000" b="1">
                <a:solidFill>
                  <a:schemeClr val="tx2"/>
                </a:solidFill>
                <a:latin typeface="Arial Black" panose="020B0A04020102020204" pitchFamily="34" charset="0"/>
                <a:ea typeface="굴림" panose="020B0600000101010101" pitchFamily="50" charset="-127"/>
              </a:defRPr>
            </a:lvl7pPr>
            <a:lvl8pPr marL="1371600" algn="ctr" fontAlgn="base">
              <a:spcBef>
                <a:spcPct val="0"/>
              </a:spcBef>
              <a:spcAft>
                <a:spcPct val="0"/>
              </a:spcAft>
              <a:defRPr kumimoji="1" sz="3000" b="1">
                <a:solidFill>
                  <a:schemeClr val="tx2"/>
                </a:solidFill>
                <a:latin typeface="Arial Black" panose="020B0A04020102020204" pitchFamily="34" charset="0"/>
                <a:ea typeface="굴림" panose="020B0600000101010101" pitchFamily="50" charset="-127"/>
              </a:defRPr>
            </a:lvl8pPr>
            <a:lvl9pPr marL="1828800" algn="ctr" fontAlgn="base">
              <a:spcBef>
                <a:spcPct val="0"/>
              </a:spcBef>
              <a:spcAft>
                <a:spcPct val="0"/>
              </a:spcAft>
              <a:defRPr kumimoji="1" sz="3000" b="1">
                <a:solidFill>
                  <a:schemeClr val="tx2"/>
                </a:solidFill>
                <a:latin typeface="Arial Black" panose="020B0A04020102020204" pitchFamily="34" charset="0"/>
                <a:ea typeface="굴림" panose="020B0600000101010101" pitchFamily="50" charset="-127"/>
              </a:defRPr>
            </a:lvl9pPr>
          </a:lstStyle>
          <a:p>
            <a:pPr algn="l" eaLnBrk="1" latinLnBrk="1" hangingPunct="1">
              <a:defRPr/>
            </a:pPr>
            <a:r>
              <a:rPr lang="en-US" altLang="ko-KR" sz="14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Korea’s</a:t>
            </a:r>
            <a:r>
              <a:rPr lang="en-US" altLang="ko-KR" sz="1400" b="1" baseline="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First Lunar Exploration Mission </a:t>
            </a:r>
            <a:r>
              <a:rPr lang="en-US" altLang="ko-KR" sz="1400" b="0" baseline="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Korea Pathfinder Lunar Orbiter (KPLO)</a:t>
            </a:r>
            <a:endParaRPr lang="en-US" altLang="ko-KR" sz="1400" b="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pic>
        <p:nvPicPr>
          <p:cNvPr id="28" name="Picture 9">
            <a:extLst>
              <a:ext uri="{FF2B5EF4-FFF2-40B4-BE49-F238E27FC236}">
                <a16:creationId xmlns:a16="http://schemas.microsoft.com/office/drawing/2014/main" id="{1FBFEAEB-ACF6-4D18-BF5D-36E9C7436F68}"/>
              </a:ext>
            </a:extLst>
          </p:cNvPr>
          <p:cNvPicPr>
            <a:picLocks noChangeAspect="1" noChangeArrowheads="1"/>
          </p:cNvPicPr>
          <p:nvPr userDrawn="1"/>
        </p:nvPicPr>
        <p:blipFill>
          <a:blip r:embed="rId2" cstate="print"/>
          <a:srcRect/>
          <a:stretch>
            <a:fillRect/>
          </a:stretch>
        </p:blipFill>
        <p:spPr bwMode="auto">
          <a:xfrm>
            <a:off x="7884368" y="564768"/>
            <a:ext cx="878613" cy="644170"/>
          </a:xfrm>
          <a:prstGeom prst="rect">
            <a:avLst/>
          </a:prstGeom>
          <a:noFill/>
          <a:ln w="9525">
            <a:noFill/>
            <a:miter lim="800000"/>
            <a:headEnd/>
            <a:tailEnd/>
          </a:ln>
          <a:effectLst/>
        </p:spPr>
      </p:pic>
      <p:pic>
        <p:nvPicPr>
          <p:cNvPr id="29" name="그림 28">
            <a:extLst>
              <a:ext uri="{FF2B5EF4-FFF2-40B4-BE49-F238E27FC236}">
                <a16:creationId xmlns:a16="http://schemas.microsoft.com/office/drawing/2014/main" id="{E837CD75-EF2D-481E-BF4A-1C976029D7E4}"/>
              </a:ext>
            </a:extLst>
          </p:cNvPr>
          <p:cNvPicPr>
            <a:picLocks noChangeAspect="1"/>
          </p:cNvPicPr>
          <p:nvPr userDrawn="1"/>
        </p:nvPicPr>
        <p:blipFill>
          <a:blip r:embed="rId3"/>
          <a:stretch>
            <a:fillRect/>
          </a:stretch>
        </p:blipFill>
        <p:spPr>
          <a:xfrm>
            <a:off x="386622" y="513904"/>
            <a:ext cx="1148342" cy="752434"/>
          </a:xfrm>
          <a:prstGeom prst="rect">
            <a:avLst/>
          </a:prstGeom>
        </p:spPr>
      </p:pic>
      <p:sp>
        <p:nvSpPr>
          <p:cNvPr id="30" name="Line 5">
            <a:extLst>
              <a:ext uri="{FF2B5EF4-FFF2-40B4-BE49-F238E27FC236}">
                <a16:creationId xmlns:a16="http://schemas.microsoft.com/office/drawing/2014/main" id="{A154D12F-BD2D-4853-AFEF-BE9486E70266}"/>
              </a:ext>
            </a:extLst>
          </p:cNvPr>
          <p:cNvSpPr>
            <a:spLocks noChangeShapeType="1"/>
          </p:cNvSpPr>
          <p:nvPr userDrawn="1"/>
        </p:nvSpPr>
        <p:spPr bwMode="auto">
          <a:xfrm>
            <a:off x="111304" y="6436790"/>
            <a:ext cx="8885835" cy="0"/>
          </a:xfrm>
          <a:prstGeom prst="line">
            <a:avLst/>
          </a:prstGeom>
          <a:noFill/>
          <a:ln w="25400">
            <a:solidFill>
              <a:srgbClr val="00FFFF"/>
            </a:solidFill>
            <a:round/>
            <a:headEnd type="none" w="sm" len="sm"/>
            <a:tailEnd type="none" w="sm" len="sm"/>
          </a:ln>
          <a:effectLst/>
        </p:spPr>
        <p:txBody>
          <a:bodyPr wrap="none" anchor="ctr"/>
          <a:lstStyle/>
          <a:p>
            <a:endParaRPr lang="ko-KR" altLang="en-US" sz="1662"/>
          </a:p>
        </p:txBody>
      </p:sp>
    </p:spTree>
    <p:extLst>
      <p:ext uri="{BB962C8B-B14F-4D97-AF65-F5344CB8AC3E}">
        <p14:creationId xmlns:p14="http://schemas.microsoft.com/office/powerpoint/2010/main" val="152900638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1403648" y="116632"/>
            <a:ext cx="6552728" cy="720080"/>
          </a:xfrm>
          <a:prstGeom prst="rect">
            <a:avLst/>
          </a:prstGeom>
        </p:spPr>
        <p:txBody>
          <a:bodyPr/>
          <a:lstStyle>
            <a:lvl1pPr>
              <a:defRPr b="1">
                <a:solidFill>
                  <a:srgbClr val="0000FF"/>
                </a:solidFill>
                <a:latin typeface="Arial" panose="020B0604020202020204" pitchFamily="34" charset="0"/>
                <a:cs typeface="Arial" panose="020B0604020202020204" pitchFamily="34" charset="0"/>
              </a:defRPr>
            </a:lvl1pPr>
          </a:lstStyle>
          <a:p>
            <a:r>
              <a:rPr lang="ko-KR" altLang="en-US" dirty="0"/>
              <a:t>마스터 제목 스타일 편집</a:t>
            </a:r>
          </a:p>
        </p:txBody>
      </p:sp>
      <p:sp>
        <p:nvSpPr>
          <p:cNvPr id="3" name="내용 개체 틀 2"/>
          <p:cNvSpPr>
            <a:spLocks noGrp="1"/>
          </p:cNvSpPr>
          <p:nvPr>
            <p:ph idx="1"/>
          </p:nvPr>
        </p:nvSpPr>
        <p:spPr>
          <a:xfrm>
            <a:off x="188133" y="980728"/>
            <a:ext cx="8784976" cy="5358590"/>
          </a:xfrm>
          <a:prstGeom prst="rect">
            <a:avLst/>
          </a:prstGeom>
        </p:spPr>
        <p:txBody>
          <a:bodyPr/>
          <a:lstStyle>
            <a:lvl1pPr marL="324000" indent="-324000">
              <a:lnSpc>
                <a:spcPct val="100000"/>
              </a:lnSpc>
              <a:spcBef>
                <a:spcPts val="600"/>
              </a:spcBef>
              <a:buSzPct val="100000"/>
              <a:buFont typeface="맑은 고딕" panose="020B0503020000020004" pitchFamily="50" charset="-127"/>
              <a:buChar char="□"/>
              <a:defRPr sz="2000" b="1">
                <a:latin typeface="Arial" panose="020B0604020202020204" pitchFamily="34" charset="0"/>
                <a:cs typeface="Arial" panose="020B0604020202020204" pitchFamily="34" charset="0"/>
              </a:defRPr>
            </a:lvl1pPr>
            <a:lvl2pPr marL="685800" indent="-228600">
              <a:lnSpc>
                <a:spcPct val="100000"/>
              </a:lnSpc>
              <a:buFont typeface="Arial" panose="020B0604020202020204" pitchFamily="34" charset="0"/>
              <a:buChar char="○"/>
              <a:defRPr sz="1800">
                <a:latin typeface="Arial" panose="020B0604020202020204" pitchFamily="34" charset="0"/>
                <a:cs typeface="Arial" panose="020B0604020202020204" pitchFamily="34" charset="0"/>
              </a:defRPr>
            </a:lvl2pPr>
            <a:lvl3pPr marL="1143000" indent="-228600">
              <a:lnSpc>
                <a:spcPct val="100000"/>
              </a:lnSpc>
              <a:buFont typeface="Arial" panose="020B0604020202020204" pitchFamily="34" charset="0"/>
              <a:buChar char="−"/>
              <a:defRPr sz="1600">
                <a:latin typeface="Arial" panose="020B0604020202020204" pitchFamily="34" charset="0"/>
                <a:cs typeface="Arial" panose="020B0604020202020204" pitchFamily="34" charset="0"/>
              </a:defRPr>
            </a:lvl3pPr>
            <a:lvl4pPr>
              <a:lnSpc>
                <a:spcPct val="100000"/>
              </a:lnSpc>
              <a:defRPr sz="1400">
                <a:latin typeface="Arial" panose="020B0604020202020204" pitchFamily="34" charset="0"/>
                <a:cs typeface="Arial" panose="020B0604020202020204" pitchFamily="34" charset="0"/>
              </a:defRPr>
            </a:lvl4pPr>
            <a:lvl5pPr marL="1828800" indent="0">
              <a:buNone/>
              <a:defRPr sz="1200"/>
            </a:lvl5p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p:txBody>
      </p:sp>
      <p:sp>
        <p:nvSpPr>
          <p:cNvPr id="6" name="Rectangle 4"/>
          <p:cNvSpPr>
            <a:spLocks noGrp="1" noChangeArrowheads="1"/>
          </p:cNvSpPr>
          <p:nvPr>
            <p:ph type="sldNum" sz="quarter" idx="4"/>
          </p:nvPr>
        </p:nvSpPr>
        <p:spPr bwMode="auto">
          <a:xfrm>
            <a:off x="7129504" y="6422539"/>
            <a:ext cx="1905000" cy="318829"/>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marL="0" marR="0" indent="0" algn="r" defTabSz="844083" rtl="0" eaLnBrk="0" fontAlgn="base" latinLnBrk="0" hangingPunct="0">
              <a:lnSpc>
                <a:spcPct val="80000"/>
              </a:lnSpc>
              <a:spcBef>
                <a:spcPct val="0"/>
              </a:spcBef>
              <a:spcAft>
                <a:spcPct val="0"/>
              </a:spcAft>
              <a:buClrTx/>
              <a:buSzTx/>
              <a:buFontTx/>
              <a:buNone/>
              <a:tabLst/>
              <a:defRPr sz="1100" b="1">
                <a:solidFill>
                  <a:srgbClr val="0099FF"/>
                </a:solidFill>
                <a:latin typeface="Arial" panose="020B0604020202020204" pitchFamily="34" charset="0"/>
                <a:ea typeface="돋움" pitchFamily="50" charset="-127"/>
                <a:cs typeface="Arial" panose="020B0604020202020204" pitchFamily="34" charset="0"/>
              </a:defRPr>
            </a:lvl1pPr>
          </a:lstStyle>
          <a:p>
            <a:fld id="{5FF3941A-8195-4E1C-AD48-53675AE8B136}" type="slidenum">
              <a:rPr lang="en-US" altLang="ko-KR" smtClean="0"/>
              <a:pPr/>
              <a:t>‹#›</a:t>
            </a:fld>
            <a:endParaRPr lang="en-US" altLang="ko-KR" dirty="0"/>
          </a:p>
        </p:txBody>
      </p:sp>
    </p:spTree>
    <p:extLst>
      <p:ext uri="{BB962C8B-B14F-4D97-AF65-F5344CB8AC3E}">
        <p14:creationId xmlns:p14="http://schemas.microsoft.com/office/powerpoint/2010/main" val="6950732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a:xfrm>
            <a:off x="628650" y="365125"/>
            <a:ext cx="7886700" cy="1325563"/>
          </a:xfrm>
          <a:prstGeom prst="rect">
            <a:avLst/>
          </a:prstGeom>
        </p:spPr>
        <p:txBody>
          <a:bodyPr/>
          <a:lstStyle/>
          <a:p>
            <a:r>
              <a:rPr lang="ko-KR" altLang="en-US"/>
              <a:t>마스터 제목 스타일 편집</a:t>
            </a:r>
          </a:p>
        </p:txBody>
      </p:sp>
      <p:sp>
        <p:nvSpPr>
          <p:cNvPr id="3" name="내용 개체 틀 2"/>
          <p:cNvSpPr>
            <a:spLocks noGrp="1"/>
          </p:cNvSpPr>
          <p:nvPr>
            <p:ph sz="half" idx="1"/>
          </p:nvPr>
        </p:nvSpPr>
        <p:spPr>
          <a:xfrm>
            <a:off x="628650" y="1825625"/>
            <a:ext cx="3867150" cy="4351338"/>
          </a:xfrm>
          <a:prstGeom prst="rect">
            <a:avLst/>
          </a:prstGeo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4648200" y="1825625"/>
            <a:ext cx="3867150" cy="4351338"/>
          </a:xfrm>
          <a:prstGeom prst="rect">
            <a:avLst/>
          </a:prstGeo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a:xfrm>
            <a:off x="628650" y="6356350"/>
            <a:ext cx="2057400" cy="365125"/>
          </a:xfrm>
          <a:prstGeom prst="rect">
            <a:avLst/>
          </a:prstGeom>
        </p:spPr>
        <p:txBody>
          <a:bodyPr/>
          <a:lstStyle/>
          <a:p>
            <a:endParaRPr lang="ko-KR" altLang="en-US"/>
          </a:p>
        </p:txBody>
      </p:sp>
      <p:sp>
        <p:nvSpPr>
          <p:cNvPr id="6" name="바닥글 개체 틀 5"/>
          <p:cNvSpPr>
            <a:spLocks noGrp="1"/>
          </p:cNvSpPr>
          <p:nvPr>
            <p:ph type="ftr" sz="quarter" idx="11"/>
          </p:nvPr>
        </p:nvSpPr>
        <p:spPr>
          <a:xfrm>
            <a:off x="3028950" y="6356350"/>
            <a:ext cx="3086100" cy="365125"/>
          </a:xfrm>
          <a:prstGeom prst="rect">
            <a:avLst/>
          </a:prstGeom>
        </p:spPr>
        <p:txBody>
          <a:bodyPr/>
          <a:lstStyle/>
          <a:p>
            <a:endParaRPr lang="ko-KR" altLang="en-US"/>
          </a:p>
        </p:txBody>
      </p:sp>
      <p:sp>
        <p:nvSpPr>
          <p:cNvPr id="8" name="Rectangle 4"/>
          <p:cNvSpPr>
            <a:spLocks noGrp="1" noChangeArrowheads="1"/>
          </p:cNvSpPr>
          <p:nvPr>
            <p:ph type="sldNum" sz="quarter" idx="4"/>
          </p:nvPr>
        </p:nvSpPr>
        <p:spPr bwMode="auto">
          <a:xfrm>
            <a:off x="7129504" y="6422539"/>
            <a:ext cx="1905000" cy="318829"/>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marL="0" marR="0" indent="0" algn="r" defTabSz="844083" rtl="0" eaLnBrk="0" fontAlgn="base" latinLnBrk="0" hangingPunct="0">
              <a:lnSpc>
                <a:spcPct val="80000"/>
              </a:lnSpc>
              <a:spcBef>
                <a:spcPct val="0"/>
              </a:spcBef>
              <a:spcAft>
                <a:spcPct val="0"/>
              </a:spcAft>
              <a:buClrTx/>
              <a:buSzTx/>
              <a:buFontTx/>
              <a:buNone/>
              <a:tabLst/>
              <a:defRPr sz="1100" b="1">
                <a:solidFill>
                  <a:srgbClr val="0099FF"/>
                </a:solidFill>
                <a:latin typeface="Arial" panose="020B0604020202020204" pitchFamily="34" charset="0"/>
                <a:ea typeface="돋움" pitchFamily="50" charset="-127"/>
                <a:cs typeface="Arial" panose="020B0604020202020204" pitchFamily="34" charset="0"/>
              </a:defRPr>
            </a:lvl1pPr>
          </a:lstStyle>
          <a:p>
            <a:fld id="{5FF3941A-8195-4E1C-AD48-53675AE8B136}" type="slidenum">
              <a:rPr lang="en-US" altLang="ko-KR" smtClean="0"/>
              <a:pPr/>
              <a:t>‹#›</a:t>
            </a:fld>
            <a:endParaRPr lang="en-US" altLang="ko-KR" dirty="0"/>
          </a:p>
        </p:txBody>
      </p:sp>
    </p:spTree>
    <p:extLst>
      <p:ext uri="{BB962C8B-B14F-4D97-AF65-F5344CB8AC3E}">
        <p14:creationId xmlns:p14="http://schemas.microsoft.com/office/powerpoint/2010/main" val="4081008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630238" y="365125"/>
            <a:ext cx="7886700" cy="1325563"/>
          </a:xfrm>
          <a:prstGeom prst="rect">
            <a:avLst/>
          </a:prstGeom>
        </p:spPr>
        <p:txBody>
          <a:bodyPr/>
          <a:lstStyle/>
          <a:p>
            <a:r>
              <a:rPr lang="ko-KR" altLang="en-US"/>
              <a:t>마스터 제목 스타일 편집</a:t>
            </a:r>
          </a:p>
        </p:txBody>
      </p:sp>
      <p:sp>
        <p:nvSpPr>
          <p:cNvPr id="3" name="텍스트 개체 틀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p:cNvSpPr>
            <a:spLocks noGrp="1"/>
          </p:cNvSpPr>
          <p:nvPr>
            <p:ph sz="half" idx="2"/>
          </p:nvPr>
        </p:nvSpPr>
        <p:spPr>
          <a:xfrm>
            <a:off x="630238" y="2505075"/>
            <a:ext cx="3868737" cy="3684588"/>
          </a:xfrm>
          <a:prstGeom prst="rect">
            <a:avLst/>
          </a:prstGeo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p:cNvSpPr>
            <a:spLocks noGrp="1"/>
          </p:cNvSpPr>
          <p:nvPr>
            <p:ph sz="quarter" idx="4"/>
          </p:nvPr>
        </p:nvSpPr>
        <p:spPr>
          <a:xfrm>
            <a:off x="4629150" y="2505075"/>
            <a:ext cx="3887788" cy="3684588"/>
          </a:xfrm>
          <a:prstGeom prst="rect">
            <a:avLst/>
          </a:prstGeo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a:xfrm>
            <a:off x="628650" y="6356350"/>
            <a:ext cx="2057400" cy="365125"/>
          </a:xfrm>
          <a:prstGeom prst="rect">
            <a:avLst/>
          </a:prstGeom>
        </p:spPr>
        <p:txBody>
          <a:bodyPr/>
          <a:lstStyle/>
          <a:p>
            <a:endParaRPr lang="ko-KR" altLang="en-US"/>
          </a:p>
        </p:txBody>
      </p:sp>
      <p:sp>
        <p:nvSpPr>
          <p:cNvPr id="8" name="바닥글 개체 틀 7"/>
          <p:cNvSpPr>
            <a:spLocks noGrp="1"/>
          </p:cNvSpPr>
          <p:nvPr>
            <p:ph type="ftr" sz="quarter" idx="11"/>
          </p:nvPr>
        </p:nvSpPr>
        <p:spPr>
          <a:xfrm>
            <a:off x="3028950" y="6356350"/>
            <a:ext cx="3086100" cy="365125"/>
          </a:xfrm>
          <a:prstGeom prst="rect">
            <a:avLst/>
          </a:prstGeom>
        </p:spPr>
        <p:txBody>
          <a:bodyPr/>
          <a:lstStyle/>
          <a:p>
            <a:endParaRPr lang="ko-KR" altLang="en-US"/>
          </a:p>
        </p:txBody>
      </p:sp>
      <p:sp>
        <p:nvSpPr>
          <p:cNvPr id="10" name="Rectangle 4"/>
          <p:cNvSpPr>
            <a:spLocks noGrp="1" noChangeArrowheads="1"/>
          </p:cNvSpPr>
          <p:nvPr>
            <p:ph type="sldNum" sz="quarter" idx="12"/>
          </p:nvPr>
        </p:nvSpPr>
        <p:spPr bwMode="auto">
          <a:xfrm>
            <a:off x="7129504" y="6422539"/>
            <a:ext cx="1905000" cy="318829"/>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marL="0" marR="0" indent="0" algn="r" defTabSz="844083" rtl="0" eaLnBrk="0" fontAlgn="base" latinLnBrk="0" hangingPunct="0">
              <a:lnSpc>
                <a:spcPct val="80000"/>
              </a:lnSpc>
              <a:spcBef>
                <a:spcPct val="0"/>
              </a:spcBef>
              <a:spcAft>
                <a:spcPct val="0"/>
              </a:spcAft>
              <a:buClrTx/>
              <a:buSzTx/>
              <a:buFontTx/>
              <a:buNone/>
              <a:tabLst/>
              <a:defRPr sz="1100" b="1">
                <a:solidFill>
                  <a:srgbClr val="0099FF"/>
                </a:solidFill>
                <a:latin typeface="Arial" panose="020B0604020202020204" pitchFamily="34" charset="0"/>
                <a:ea typeface="돋움" pitchFamily="50" charset="-127"/>
                <a:cs typeface="Arial" panose="020B0604020202020204" pitchFamily="34" charset="0"/>
              </a:defRPr>
            </a:lvl1pPr>
          </a:lstStyle>
          <a:p>
            <a:fld id="{5FF3941A-8195-4E1C-AD48-53675AE8B136}" type="slidenum">
              <a:rPr lang="en-US" altLang="ko-KR" smtClean="0"/>
              <a:pPr/>
              <a:t>‹#›</a:t>
            </a:fld>
            <a:endParaRPr lang="en-US" altLang="ko-KR" dirty="0"/>
          </a:p>
        </p:txBody>
      </p:sp>
    </p:spTree>
    <p:extLst>
      <p:ext uri="{BB962C8B-B14F-4D97-AF65-F5344CB8AC3E}">
        <p14:creationId xmlns:p14="http://schemas.microsoft.com/office/powerpoint/2010/main" val="2655721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a:xfrm>
            <a:off x="628650" y="2766218"/>
            <a:ext cx="7886700" cy="1325563"/>
          </a:xfrm>
          <a:prstGeom prst="rect">
            <a:avLst/>
          </a:prstGeom>
        </p:spPr>
        <p:txBody>
          <a:bodyPr/>
          <a:lstStyle/>
          <a:p>
            <a:r>
              <a:rPr lang="ko-KR" altLang="en-US"/>
              <a:t>마스터 제목 스타일 편집</a:t>
            </a:r>
          </a:p>
        </p:txBody>
      </p:sp>
      <p:sp>
        <p:nvSpPr>
          <p:cNvPr id="6" name="Rectangle 4"/>
          <p:cNvSpPr>
            <a:spLocks noGrp="1" noChangeArrowheads="1"/>
          </p:cNvSpPr>
          <p:nvPr>
            <p:ph type="sldNum" sz="quarter" idx="4"/>
          </p:nvPr>
        </p:nvSpPr>
        <p:spPr bwMode="auto">
          <a:xfrm>
            <a:off x="7129504" y="6422539"/>
            <a:ext cx="1905000" cy="318829"/>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marL="0" marR="0" indent="0" algn="r" defTabSz="844083" rtl="0" eaLnBrk="0" fontAlgn="base" latinLnBrk="0" hangingPunct="0">
              <a:lnSpc>
                <a:spcPct val="80000"/>
              </a:lnSpc>
              <a:spcBef>
                <a:spcPct val="0"/>
              </a:spcBef>
              <a:spcAft>
                <a:spcPct val="0"/>
              </a:spcAft>
              <a:buClrTx/>
              <a:buSzTx/>
              <a:buFontTx/>
              <a:buNone/>
              <a:tabLst/>
              <a:defRPr sz="1100" b="1">
                <a:solidFill>
                  <a:srgbClr val="0099FF"/>
                </a:solidFill>
                <a:latin typeface="Arial" panose="020B0604020202020204" pitchFamily="34" charset="0"/>
                <a:ea typeface="돋움" pitchFamily="50" charset="-127"/>
                <a:cs typeface="Arial" panose="020B0604020202020204" pitchFamily="34" charset="0"/>
              </a:defRPr>
            </a:lvl1pPr>
          </a:lstStyle>
          <a:p>
            <a:fld id="{5FF3941A-8195-4E1C-AD48-53675AE8B136}" type="slidenum">
              <a:rPr lang="en-US" altLang="ko-KR" smtClean="0"/>
              <a:pPr/>
              <a:t>‹#›</a:t>
            </a:fld>
            <a:endParaRPr lang="en-US" altLang="ko-KR" dirty="0"/>
          </a:p>
        </p:txBody>
      </p:sp>
    </p:spTree>
    <p:extLst>
      <p:ext uri="{BB962C8B-B14F-4D97-AF65-F5344CB8AC3E}">
        <p14:creationId xmlns:p14="http://schemas.microsoft.com/office/powerpoint/2010/main" val="270197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5" name="Rectangle 4"/>
          <p:cNvSpPr>
            <a:spLocks noGrp="1" noChangeArrowheads="1"/>
          </p:cNvSpPr>
          <p:nvPr>
            <p:ph type="sldNum" sz="quarter" idx="4"/>
          </p:nvPr>
        </p:nvSpPr>
        <p:spPr bwMode="auto">
          <a:xfrm>
            <a:off x="7129504" y="6422539"/>
            <a:ext cx="1905000" cy="318829"/>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marL="0" marR="0" indent="0" algn="r" defTabSz="844083" rtl="0" eaLnBrk="0" fontAlgn="base" latinLnBrk="0" hangingPunct="0">
              <a:lnSpc>
                <a:spcPct val="80000"/>
              </a:lnSpc>
              <a:spcBef>
                <a:spcPct val="0"/>
              </a:spcBef>
              <a:spcAft>
                <a:spcPct val="0"/>
              </a:spcAft>
              <a:buClrTx/>
              <a:buSzTx/>
              <a:buFontTx/>
              <a:buNone/>
              <a:tabLst/>
              <a:defRPr sz="1100" b="1">
                <a:solidFill>
                  <a:srgbClr val="0099FF"/>
                </a:solidFill>
                <a:latin typeface="Arial" panose="020B0604020202020204" pitchFamily="34" charset="0"/>
                <a:ea typeface="돋움" pitchFamily="50" charset="-127"/>
                <a:cs typeface="Arial" panose="020B0604020202020204" pitchFamily="34" charset="0"/>
              </a:defRPr>
            </a:lvl1pPr>
          </a:lstStyle>
          <a:p>
            <a:fld id="{5FF3941A-8195-4E1C-AD48-53675AE8B136}" type="slidenum">
              <a:rPr lang="en-US" altLang="ko-KR" smtClean="0"/>
              <a:pPr/>
              <a:t>‹#›</a:t>
            </a:fld>
            <a:endParaRPr lang="en-US" altLang="ko-KR" dirty="0"/>
          </a:p>
        </p:txBody>
      </p:sp>
    </p:spTree>
    <p:extLst>
      <p:ext uri="{BB962C8B-B14F-4D97-AF65-F5344CB8AC3E}">
        <p14:creationId xmlns:p14="http://schemas.microsoft.com/office/powerpoint/2010/main" val="499939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5" name="Rectangle 4"/>
          <p:cNvSpPr>
            <a:spLocks noGrp="1" noChangeArrowheads="1"/>
          </p:cNvSpPr>
          <p:nvPr>
            <p:ph type="sldNum" sz="quarter" idx="4"/>
          </p:nvPr>
        </p:nvSpPr>
        <p:spPr bwMode="auto">
          <a:xfrm>
            <a:off x="7129504" y="6453336"/>
            <a:ext cx="1905000" cy="318829"/>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marL="0" marR="0" indent="0" algn="r" defTabSz="844083" rtl="0" eaLnBrk="0" fontAlgn="base" latinLnBrk="0" hangingPunct="0">
              <a:lnSpc>
                <a:spcPct val="80000"/>
              </a:lnSpc>
              <a:spcBef>
                <a:spcPct val="0"/>
              </a:spcBef>
              <a:spcAft>
                <a:spcPct val="0"/>
              </a:spcAft>
              <a:buClrTx/>
              <a:buSzTx/>
              <a:buFontTx/>
              <a:buNone/>
              <a:tabLst/>
              <a:defRPr sz="1100" b="1">
                <a:solidFill>
                  <a:srgbClr val="0099FF"/>
                </a:solidFill>
                <a:latin typeface="Arial" panose="020B0604020202020204" pitchFamily="34" charset="0"/>
                <a:ea typeface="돋움" pitchFamily="50" charset="-127"/>
                <a:cs typeface="Arial" panose="020B0604020202020204" pitchFamily="34" charset="0"/>
              </a:defRPr>
            </a:lvl1pPr>
          </a:lstStyle>
          <a:p>
            <a:fld id="{5FF3941A-8195-4E1C-AD48-53675AE8B136}" type="slidenum">
              <a:rPr lang="en-US" altLang="ko-KR" smtClean="0"/>
              <a:pPr/>
              <a:t>‹#›</a:t>
            </a:fld>
            <a:endParaRPr lang="en-US" altLang="ko-KR" dirty="0"/>
          </a:p>
        </p:txBody>
      </p:sp>
      <p:sp>
        <p:nvSpPr>
          <p:cNvPr id="17" name="바닥글 개체 틀 2"/>
          <p:cNvSpPr>
            <a:spLocks noGrp="1"/>
          </p:cNvSpPr>
          <p:nvPr>
            <p:ph type="ftr" sz="quarter" idx="3"/>
          </p:nvPr>
        </p:nvSpPr>
        <p:spPr>
          <a:xfrm>
            <a:off x="3028950" y="6453336"/>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dirty="0"/>
          </a:p>
        </p:txBody>
      </p:sp>
      <p:sp>
        <p:nvSpPr>
          <p:cNvPr id="18" name="Text Box 86"/>
          <p:cNvSpPr txBox="1">
            <a:spLocks noChangeArrowheads="1"/>
          </p:cNvSpPr>
          <p:nvPr userDrawn="1"/>
        </p:nvSpPr>
        <p:spPr bwMode="auto">
          <a:xfrm>
            <a:off x="2123728" y="6516590"/>
            <a:ext cx="5689600" cy="261610"/>
          </a:xfrm>
          <a:prstGeom prst="rect">
            <a:avLst/>
          </a:prstGeom>
          <a:noFill/>
          <a:ln w="57150" algn="ctr">
            <a:noFill/>
            <a:miter lim="800000"/>
            <a:headEnd type="none" w="sm" len="sm"/>
            <a:tailEnd type="none" w="sm" len="sm"/>
          </a:ln>
          <a:effectLst/>
        </p:spPr>
        <p:txBody>
          <a:bodyPr wrap="square">
            <a:spAutoFit/>
          </a:bodyPr>
          <a:lstStyle/>
          <a:p>
            <a:pPr>
              <a:spcBef>
                <a:spcPct val="50000"/>
              </a:spcBef>
            </a:pPr>
            <a:r>
              <a:rPr lang="en-US" altLang="ko-KR" sz="1100" b="0" i="0" dirty="0">
                <a:solidFill>
                  <a:srgbClr val="FF0000"/>
                </a:solidFill>
                <a:latin typeface="맑은 고딕" pitchFamily="50" charset="-127"/>
                <a:ea typeface="맑은 고딕" pitchFamily="50" charset="-127"/>
              </a:rPr>
              <a:t>               </a:t>
            </a:r>
            <a:r>
              <a:rPr lang="en-US" altLang="ko-KR" sz="1100" b="0" i="0" dirty="0">
                <a:solidFill>
                  <a:srgbClr val="FF0000"/>
                </a:solidFill>
                <a:latin typeface="Book Antiqua" panose="02040602050305030304" pitchFamily="18" charset="0"/>
                <a:ea typeface="맑은 고딕" pitchFamily="50" charset="-127"/>
              </a:rPr>
              <a:t>KARI</a:t>
            </a:r>
            <a:r>
              <a:rPr lang="en-US" altLang="ko-KR" sz="1100" b="0" i="0" baseline="0" dirty="0">
                <a:solidFill>
                  <a:srgbClr val="FF0000"/>
                </a:solidFill>
                <a:latin typeface="Book Antiqua" panose="02040602050305030304" pitchFamily="18" charset="0"/>
                <a:ea typeface="맑은 고딕" pitchFamily="50" charset="-127"/>
              </a:rPr>
              <a:t> Proprietary </a:t>
            </a:r>
            <a:r>
              <a:rPr lang="en-US" altLang="ko-KR" sz="1100" b="0" i="0" baseline="0" dirty="0">
                <a:solidFill>
                  <a:srgbClr val="FF0000"/>
                </a:solidFill>
                <a:latin typeface="맑은 고딕" pitchFamily="50" charset="-127"/>
                <a:ea typeface="맑은 고딕" pitchFamily="50" charset="-127"/>
              </a:rPr>
              <a:t>[</a:t>
            </a:r>
            <a:r>
              <a:rPr lang="ko-KR" altLang="en-US" sz="1100" b="0" i="0" baseline="0" dirty="0" err="1">
                <a:solidFill>
                  <a:srgbClr val="FF0000"/>
                </a:solidFill>
                <a:latin typeface="맑은 고딕" pitchFamily="50" charset="-127"/>
                <a:ea typeface="맑은 고딕" pitchFamily="50" charset="-127"/>
              </a:rPr>
              <a:t>업무관계자</a:t>
            </a:r>
            <a:r>
              <a:rPr lang="ko-KR" altLang="en-US" sz="1100" b="0" i="0" baseline="0" dirty="0">
                <a:solidFill>
                  <a:srgbClr val="FF0000"/>
                </a:solidFill>
                <a:latin typeface="맑은 고딕" pitchFamily="50" charset="-127"/>
                <a:ea typeface="맑은 고딕" pitchFamily="50" charset="-127"/>
              </a:rPr>
              <a:t> 외 열람 및 배포금지</a:t>
            </a:r>
            <a:r>
              <a:rPr kumimoji="1" lang="en-US" altLang="ko-KR" sz="1100" b="0" i="0" kern="1200" dirty="0">
                <a:solidFill>
                  <a:srgbClr val="FF0000"/>
                </a:solidFill>
                <a:latin typeface="맑은 고딕" pitchFamily="50" charset="-127"/>
                <a:ea typeface="맑은 고딕" pitchFamily="50" charset="-127"/>
                <a:cs typeface="Arial" pitchFamily="34" charset="0"/>
              </a:rPr>
              <a:t>]</a:t>
            </a:r>
            <a:r>
              <a:rPr lang="en-US" altLang="ko-KR" sz="1100" b="0" i="0" dirty="0">
                <a:solidFill>
                  <a:srgbClr val="FF0000"/>
                </a:solidFill>
                <a:latin typeface="맑은 고딕" pitchFamily="50" charset="-127"/>
                <a:ea typeface="맑은 고딕" pitchFamily="50" charset="-127"/>
              </a:rPr>
              <a:t> </a:t>
            </a:r>
          </a:p>
        </p:txBody>
      </p:sp>
      <p:sp>
        <p:nvSpPr>
          <p:cNvPr id="19" name="TextBox 18"/>
          <p:cNvSpPr txBox="1"/>
          <p:nvPr userDrawn="1"/>
        </p:nvSpPr>
        <p:spPr>
          <a:xfrm>
            <a:off x="16934" y="6479758"/>
            <a:ext cx="1515158" cy="400110"/>
          </a:xfrm>
          <a:prstGeom prst="rect">
            <a:avLst/>
          </a:prstGeom>
          <a:noFill/>
        </p:spPr>
        <p:txBody>
          <a:bodyPr wrap="none" rtlCol="0">
            <a:spAutoFit/>
          </a:bodyPr>
          <a:lstStyle/>
          <a:p>
            <a:r>
              <a:rPr lang="en-US" altLang="ko-KR" sz="1000" b="0" baseline="0" dirty="0" smtClean="0">
                <a:solidFill>
                  <a:srgbClr val="0066FF"/>
                </a:solidFill>
                <a:latin typeface="Book Antiqua" panose="02040602050305030304" pitchFamily="18" charset="0"/>
                <a:cs typeface="Arial" panose="020B0604020202020204" pitchFamily="34" charset="0"/>
              </a:rPr>
              <a:t>DTNPL </a:t>
            </a:r>
            <a:r>
              <a:rPr lang="en-US" altLang="ko-KR" sz="1000" b="0" baseline="0" dirty="0">
                <a:solidFill>
                  <a:srgbClr val="0066FF"/>
                </a:solidFill>
                <a:latin typeface="Book Antiqua" panose="02040602050305030304" pitchFamily="18" charset="0"/>
                <a:cs typeface="Arial" panose="020B0604020202020204" pitchFamily="34" charset="0"/>
              </a:rPr>
              <a:t>ETB </a:t>
            </a:r>
            <a:r>
              <a:rPr lang="en-US" altLang="ko-KR" sz="1000" b="0" baseline="0" dirty="0" smtClean="0">
                <a:solidFill>
                  <a:srgbClr val="0066FF"/>
                </a:solidFill>
                <a:latin typeface="Book Antiqua" panose="02040602050305030304" pitchFamily="18" charset="0"/>
                <a:cs typeface="Arial" panose="020B0604020202020204" pitchFamily="34" charset="0"/>
              </a:rPr>
              <a:t>Test </a:t>
            </a:r>
            <a:r>
              <a:rPr lang="en-US" altLang="ko-KR" sz="1000" b="0" baseline="0" dirty="0">
                <a:solidFill>
                  <a:srgbClr val="0066FF"/>
                </a:solidFill>
                <a:latin typeface="Book Antiqua" panose="02040602050305030304" pitchFamily="18" charset="0"/>
                <a:cs typeface="Arial" panose="020B0604020202020204" pitchFamily="34" charset="0"/>
              </a:rPr>
              <a:t>- TRR</a:t>
            </a:r>
          </a:p>
          <a:p>
            <a:r>
              <a:rPr lang="en-US" altLang="ko-KR" sz="1000" b="0" baseline="0" dirty="0" smtClean="0">
                <a:solidFill>
                  <a:srgbClr val="0066FF"/>
                </a:solidFill>
                <a:latin typeface="Book Antiqua" panose="02040602050305030304" pitchFamily="18" charset="0"/>
                <a:cs typeface="Arial" panose="020B0604020202020204" pitchFamily="34" charset="0"/>
              </a:rPr>
              <a:t>03 Sep. </a:t>
            </a:r>
            <a:r>
              <a:rPr lang="en-US" altLang="ko-KR" sz="1000" b="0" baseline="0" dirty="0">
                <a:solidFill>
                  <a:srgbClr val="0066FF"/>
                </a:solidFill>
                <a:latin typeface="Book Antiqua" panose="02040602050305030304" pitchFamily="18" charset="0"/>
                <a:cs typeface="Arial" panose="020B0604020202020204" pitchFamily="34" charset="0"/>
              </a:rPr>
              <a:t>2020</a:t>
            </a:r>
            <a:endParaRPr lang="ko-KR" altLang="en-US" sz="1000" b="0" dirty="0">
              <a:solidFill>
                <a:srgbClr val="0066FF"/>
              </a:solidFill>
              <a:latin typeface="Book Antiqua" panose="02040602050305030304" pitchFamily="18" charset="0"/>
              <a:cs typeface="Arial" panose="020B0604020202020204" pitchFamily="34" charset="0"/>
            </a:endParaRPr>
          </a:p>
        </p:txBody>
      </p:sp>
      <p:sp>
        <p:nvSpPr>
          <p:cNvPr id="21" name="Rectangle 12"/>
          <p:cNvSpPr>
            <a:spLocks noGrp="1" noChangeArrowheads="1"/>
          </p:cNvSpPr>
          <p:nvPr>
            <p:ph type="title"/>
          </p:nvPr>
        </p:nvSpPr>
        <p:spPr bwMode="auto">
          <a:xfrm>
            <a:off x="1475656" y="131763"/>
            <a:ext cx="6449143" cy="706437"/>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p>
            <a:pPr lvl="0"/>
            <a:r>
              <a:rPr lang="en-US" altLang="ko-KR" dirty="0"/>
              <a:t>Arial 28 font &amp; bold</a:t>
            </a:r>
          </a:p>
        </p:txBody>
      </p:sp>
      <p:pic>
        <p:nvPicPr>
          <p:cNvPr id="23" name="Picture 9"/>
          <p:cNvPicPr>
            <a:picLocks noChangeAspect="1" noChangeArrowheads="1"/>
          </p:cNvPicPr>
          <p:nvPr userDrawn="1"/>
        </p:nvPicPr>
        <p:blipFill>
          <a:blip r:embed="rId8" cstate="print"/>
          <a:srcRect/>
          <a:stretch>
            <a:fillRect/>
          </a:stretch>
        </p:blipFill>
        <p:spPr bwMode="auto">
          <a:xfrm>
            <a:off x="8028383" y="112941"/>
            <a:ext cx="964293" cy="706107"/>
          </a:xfrm>
          <a:prstGeom prst="rect">
            <a:avLst/>
          </a:prstGeom>
          <a:noFill/>
          <a:ln w="9525">
            <a:noFill/>
            <a:miter lim="800000"/>
            <a:headEnd/>
            <a:tailEnd/>
          </a:ln>
          <a:effectLst/>
        </p:spPr>
      </p:pic>
      <p:pic>
        <p:nvPicPr>
          <p:cNvPr id="13" name="그림 12">
            <a:extLst>
              <a:ext uri="{FF2B5EF4-FFF2-40B4-BE49-F238E27FC236}">
                <a16:creationId xmlns:a16="http://schemas.microsoft.com/office/drawing/2014/main" id="{60F14C4F-A325-409F-BFE7-E7134CDC7532}"/>
              </a:ext>
            </a:extLst>
          </p:cNvPr>
          <p:cNvPicPr>
            <a:picLocks noChangeAspect="1"/>
          </p:cNvPicPr>
          <p:nvPr userDrawn="1"/>
        </p:nvPicPr>
        <p:blipFill>
          <a:blip r:embed="rId9"/>
          <a:stretch>
            <a:fillRect/>
          </a:stretch>
        </p:blipFill>
        <p:spPr>
          <a:xfrm>
            <a:off x="17970" y="14807"/>
            <a:ext cx="1350991" cy="885216"/>
          </a:xfrm>
          <a:prstGeom prst="rect">
            <a:avLst/>
          </a:prstGeom>
        </p:spPr>
      </p:pic>
      <p:sp>
        <p:nvSpPr>
          <p:cNvPr id="14" name="Line 8">
            <a:extLst>
              <a:ext uri="{FF2B5EF4-FFF2-40B4-BE49-F238E27FC236}">
                <a16:creationId xmlns:a16="http://schemas.microsoft.com/office/drawing/2014/main" id="{8F55BC70-CE09-4E64-8107-6DDCCF00CE7B}"/>
              </a:ext>
            </a:extLst>
          </p:cNvPr>
          <p:cNvSpPr>
            <a:spLocks noChangeShapeType="1"/>
          </p:cNvSpPr>
          <p:nvPr userDrawn="1"/>
        </p:nvSpPr>
        <p:spPr bwMode="auto">
          <a:xfrm flipV="1">
            <a:off x="111304" y="882302"/>
            <a:ext cx="8923200" cy="0"/>
          </a:xfrm>
          <a:prstGeom prst="line">
            <a:avLst/>
          </a:prstGeom>
          <a:noFill/>
          <a:ln w="57150">
            <a:solidFill>
              <a:srgbClr val="00FFFF">
                <a:alpha val="18039"/>
              </a:srgbClr>
            </a:solidFill>
            <a:round/>
            <a:headEnd type="none" w="sm" len="sm"/>
            <a:tailEnd type="none" w="sm" len="sm"/>
          </a:ln>
          <a:effectLst/>
        </p:spPr>
        <p:txBody>
          <a:bodyPr wrap="none" anchor="ctr"/>
          <a:lstStyle/>
          <a:p>
            <a:endParaRPr lang="ko-KR" altLang="en-US" sz="1662"/>
          </a:p>
        </p:txBody>
      </p:sp>
      <p:sp>
        <p:nvSpPr>
          <p:cNvPr id="22" name="Line 5">
            <a:extLst>
              <a:ext uri="{FF2B5EF4-FFF2-40B4-BE49-F238E27FC236}">
                <a16:creationId xmlns:a16="http://schemas.microsoft.com/office/drawing/2014/main" id="{1060C8B2-1802-4A03-B955-BEC83D7D9D42}"/>
              </a:ext>
            </a:extLst>
          </p:cNvPr>
          <p:cNvSpPr>
            <a:spLocks noChangeShapeType="1"/>
          </p:cNvSpPr>
          <p:nvPr userDrawn="1"/>
        </p:nvSpPr>
        <p:spPr bwMode="auto">
          <a:xfrm flipV="1">
            <a:off x="111303" y="6408964"/>
            <a:ext cx="8942889" cy="0"/>
          </a:xfrm>
          <a:prstGeom prst="line">
            <a:avLst/>
          </a:prstGeom>
          <a:noFill/>
          <a:ln w="19050">
            <a:solidFill>
              <a:srgbClr val="00FFFF"/>
            </a:solidFill>
            <a:round/>
            <a:headEnd type="none" w="sm" len="sm"/>
            <a:tailEnd type="none" w="sm" len="sm"/>
          </a:ln>
          <a:effectLst/>
        </p:spPr>
        <p:txBody>
          <a:bodyPr wrap="none" anchor="ctr"/>
          <a:lstStyle/>
          <a:p>
            <a:endParaRPr lang="ko-KR" altLang="en-US" sz="1662"/>
          </a:p>
        </p:txBody>
      </p:sp>
    </p:spTree>
    <p:extLst>
      <p:ext uri="{BB962C8B-B14F-4D97-AF65-F5344CB8AC3E}">
        <p14:creationId xmlns:p14="http://schemas.microsoft.com/office/powerpoint/2010/main" val="1400643855"/>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Lst>
  <p:hf hdr="0" ftr="0" dt="0"/>
  <p:txStyles>
    <p:titleStyle>
      <a:lvl1pPr algn="ctr" defTabSz="914400" rtl="0" eaLnBrk="1" latinLnBrk="1" hangingPunct="1">
        <a:lnSpc>
          <a:spcPct val="90000"/>
        </a:lnSpc>
        <a:spcBef>
          <a:spcPct val="0"/>
        </a:spcBef>
        <a:buNone/>
        <a:defRPr sz="2800" b="1" kern="1200">
          <a:solidFill>
            <a:srgbClr val="0000FF"/>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부제목 1"/>
          <p:cNvSpPr>
            <a:spLocks noGrp="1"/>
          </p:cNvSpPr>
          <p:nvPr>
            <p:ph type="subTitle" idx="1"/>
          </p:nvPr>
        </p:nvSpPr>
        <p:spPr/>
        <p:txBody>
          <a:bodyPr>
            <a:normAutofit/>
          </a:bodyPr>
          <a:lstStyle/>
          <a:p>
            <a:r>
              <a:rPr lang="ko-KR" altLang="en-US" dirty="0" smtClean="0"/>
              <a:t>조진호 </a:t>
            </a:r>
            <a:r>
              <a:rPr lang="en-US" altLang="ko-KR" dirty="0" smtClean="0"/>
              <a:t>(ETRI)</a:t>
            </a:r>
            <a:endParaRPr lang="en-US" altLang="ko-KR" dirty="0"/>
          </a:p>
          <a:p>
            <a:r>
              <a:rPr lang="en-US" altLang="ko-KR" dirty="0"/>
              <a:t>2020. </a:t>
            </a:r>
            <a:r>
              <a:rPr lang="en-US" altLang="ko-KR" dirty="0" smtClean="0"/>
              <a:t>09. 03</a:t>
            </a:r>
            <a:endParaRPr lang="en-US" altLang="ko-KR" dirty="0"/>
          </a:p>
        </p:txBody>
      </p:sp>
      <p:sp>
        <p:nvSpPr>
          <p:cNvPr id="3" name="제목 2"/>
          <p:cNvSpPr>
            <a:spLocks noGrp="1"/>
          </p:cNvSpPr>
          <p:nvPr>
            <p:ph type="ctrTitle"/>
          </p:nvPr>
        </p:nvSpPr>
        <p:spPr>
          <a:xfrm>
            <a:off x="251640" y="2452407"/>
            <a:ext cx="8640000" cy="1600891"/>
          </a:xfrm>
        </p:spPr>
        <p:txBody>
          <a:bodyPr>
            <a:normAutofit/>
          </a:bodyPr>
          <a:lstStyle/>
          <a:p>
            <a:r>
              <a:rPr lang="sv-SE" altLang="ko-KR" sz="3200" dirty="0" smtClean="0"/>
              <a:t>DTNPL ETB </a:t>
            </a:r>
            <a:r>
              <a:rPr lang="en-US" altLang="ko-KR" sz="3200" dirty="0"/>
              <a:t>Test</a:t>
            </a:r>
            <a:r>
              <a:rPr lang="ko-KR" altLang="en-US" sz="3200" dirty="0"/>
              <a:t> </a:t>
            </a:r>
            <a:r>
              <a:rPr lang="en-US" altLang="ko-KR" sz="3200" dirty="0"/>
              <a:t>-</a:t>
            </a:r>
            <a:r>
              <a:rPr lang="ko-KR" altLang="en-US" sz="3200" dirty="0"/>
              <a:t> </a:t>
            </a:r>
            <a:r>
              <a:rPr lang="sv-SE" altLang="ko-KR" sz="3200" dirty="0" smtClean="0"/>
              <a:t>TRR</a:t>
            </a:r>
            <a:endParaRPr lang="ko-KR" altLang="en-US" sz="3200" dirty="0"/>
          </a:p>
        </p:txBody>
      </p:sp>
      <p:sp>
        <p:nvSpPr>
          <p:cNvPr id="6" name="슬라이드 번호 개체 틀 5">
            <a:extLst>
              <a:ext uri="{FF2B5EF4-FFF2-40B4-BE49-F238E27FC236}">
                <a16:creationId xmlns:a16="http://schemas.microsoft.com/office/drawing/2014/main" id="{85E71BBB-0FFE-4D30-BBA9-B397A6505867}"/>
              </a:ext>
            </a:extLst>
          </p:cNvPr>
          <p:cNvSpPr>
            <a:spLocks noGrp="1"/>
          </p:cNvSpPr>
          <p:nvPr>
            <p:ph type="sldNum" sz="quarter" idx="4"/>
          </p:nvPr>
        </p:nvSpPr>
        <p:spPr/>
        <p:txBody>
          <a:bodyPr/>
          <a:lstStyle/>
          <a:p>
            <a:fld id="{5FF3941A-8195-4E1C-AD48-53675AE8B136}" type="slidenum">
              <a:rPr lang="en-US" altLang="ko-KR" smtClean="0"/>
              <a:pPr/>
              <a:t>1</a:t>
            </a:fld>
            <a:endParaRPr lang="en-US" altLang="ko-KR" dirty="0"/>
          </a:p>
        </p:txBody>
      </p:sp>
    </p:spTree>
    <p:extLst>
      <p:ext uri="{BB962C8B-B14F-4D97-AF65-F5344CB8AC3E}">
        <p14:creationId xmlns:p14="http://schemas.microsoft.com/office/powerpoint/2010/main" val="20391386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EF60011-15D4-44E1-ABE2-539CCABB7C70}"/>
              </a:ext>
            </a:extLst>
          </p:cNvPr>
          <p:cNvSpPr>
            <a:spLocks noGrp="1"/>
          </p:cNvSpPr>
          <p:nvPr>
            <p:ph type="title"/>
          </p:nvPr>
        </p:nvSpPr>
        <p:spPr/>
        <p:txBody>
          <a:bodyPr/>
          <a:lstStyle/>
          <a:p>
            <a:r>
              <a:rPr lang="en-US" altLang="ko-KR" dirty="0"/>
              <a:t>Agenda</a:t>
            </a:r>
            <a:endParaRPr lang="ko-KR" altLang="en-US" dirty="0"/>
          </a:p>
        </p:txBody>
      </p:sp>
      <p:sp>
        <p:nvSpPr>
          <p:cNvPr id="3" name="내용 개체 틀 2">
            <a:extLst>
              <a:ext uri="{FF2B5EF4-FFF2-40B4-BE49-F238E27FC236}">
                <a16:creationId xmlns:a16="http://schemas.microsoft.com/office/drawing/2014/main" id="{79DA1D3C-D2A1-44A4-A3DD-B095DB52AA46}"/>
              </a:ext>
            </a:extLst>
          </p:cNvPr>
          <p:cNvSpPr>
            <a:spLocks noGrp="1"/>
          </p:cNvSpPr>
          <p:nvPr>
            <p:ph idx="1"/>
          </p:nvPr>
        </p:nvSpPr>
        <p:spPr>
          <a:xfrm>
            <a:off x="188133" y="980728"/>
            <a:ext cx="8784976" cy="5358590"/>
          </a:xfrm>
        </p:spPr>
        <p:txBody>
          <a:bodyPr>
            <a:normAutofit/>
          </a:bodyPr>
          <a:lstStyle/>
          <a:p>
            <a:pPr marL="457200" indent="-457200">
              <a:lnSpc>
                <a:spcPct val="90000"/>
              </a:lnSpc>
              <a:buFont typeface="+mj-lt"/>
              <a:buAutoNum type="arabicPeriod"/>
            </a:pPr>
            <a:r>
              <a:rPr lang="en-US" altLang="ko-KR" dirty="0"/>
              <a:t>Objective</a:t>
            </a:r>
          </a:p>
          <a:p>
            <a:pPr marL="457200" indent="-457200">
              <a:lnSpc>
                <a:spcPct val="90000"/>
              </a:lnSpc>
              <a:buFont typeface="+mj-lt"/>
              <a:buAutoNum type="arabicPeriod"/>
            </a:pPr>
            <a:r>
              <a:rPr lang="en-US" altLang="ko-KR" dirty="0" smtClean="0"/>
              <a:t>Test </a:t>
            </a:r>
            <a:r>
              <a:rPr lang="en-US" altLang="ko-KR" dirty="0"/>
              <a:t>Matrix</a:t>
            </a:r>
          </a:p>
          <a:p>
            <a:pPr marL="457200" indent="-457200">
              <a:lnSpc>
                <a:spcPct val="90000"/>
              </a:lnSpc>
              <a:buFont typeface="+mj-lt"/>
              <a:buAutoNum type="arabicPeriod"/>
            </a:pPr>
            <a:r>
              <a:rPr lang="en-US" altLang="ko-KR" dirty="0"/>
              <a:t>Test Configuration</a:t>
            </a:r>
          </a:p>
          <a:p>
            <a:pPr marL="457200" indent="-457200">
              <a:lnSpc>
                <a:spcPct val="90000"/>
              </a:lnSpc>
              <a:buFont typeface="+mj-lt"/>
              <a:buAutoNum type="arabicPeriod"/>
            </a:pPr>
            <a:r>
              <a:rPr lang="en-US" altLang="ko-KR" dirty="0"/>
              <a:t>Test Schedule</a:t>
            </a:r>
          </a:p>
          <a:p>
            <a:pPr marL="457200" indent="-457200">
              <a:lnSpc>
                <a:spcPct val="90000"/>
              </a:lnSpc>
              <a:buFont typeface="+mj-lt"/>
              <a:buAutoNum type="arabicPeriod"/>
            </a:pPr>
            <a:r>
              <a:rPr lang="en-US" altLang="ko-KR" dirty="0"/>
              <a:t>Test Member</a:t>
            </a:r>
          </a:p>
          <a:p>
            <a:pPr marL="457200" indent="-457200">
              <a:lnSpc>
                <a:spcPct val="90000"/>
              </a:lnSpc>
              <a:buFont typeface="+mj-lt"/>
              <a:buAutoNum type="arabicPeriod"/>
            </a:pPr>
            <a:r>
              <a:rPr lang="en-US" altLang="ko-KR" dirty="0"/>
              <a:t>Document Status</a:t>
            </a:r>
          </a:p>
          <a:p>
            <a:pPr marL="457200" indent="-457200">
              <a:lnSpc>
                <a:spcPct val="90000"/>
              </a:lnSpc>
              <a:buFont typeface="+mj-lt"/>
              <a:buAutoNum type="arabicPeriod"/>
            </a:pPr>
            <a:r>
              <a:rPr lang="en-US" altLang="ko-KR" dirty="0" smtClean="0"/>
              <a:t>TRS Summary</a:t>
            </a:r>
          </a:p>
          <a:p>
            <a:pPr marL="457200" indent="-457200">
              <a:lnSpc>
                <a:spcPct val="90000"/>
              </a:lnSpc>
              <a:buFont typeface="+mj-lt"/>
              <a:buAutoNum type="arabicPeriod"/>
            </a:pPr>
            <a:r>
              <a:rPr lang="en-US" altLang="ko-KR" dirty="0" smtClean="0"/>
              <a:t>Test </a:t>
            </a:r>
            <a:r>
              <a:rPr lang="en-US" altLang="ko-KR" dirty="0"/>
              <a:t>Equipment Status</a:t>
            </a:r>
          </a:p>
          <a:p>
            <a:pPr marL="457200" indent="-457200">
              <a:lnSpc>
                <a:spcPct val="90000"/>
              </a:lnSpc>
              <a:buFont typeface="+mj-lt"/>
              <a:buAutoNum type="arabicPeriod"/>
            </a:pPr>
            <a:r>
              <a:rPr lang="en-US" altLang="ko-KR" dirty="0"/>
              <a:t>Test </a:t>
            </a:r>
            <a:r>
              <a:rPr lang="en-US" altLang="ko-KR" dirty="0" smtClean="0"/>
              <a:t>FW </a:t>
            </a:r>
            <a:r>
              <a:rPr lang="en-US" altLang="ko-KR" dirty="0"/>
              <a:t>&amp; APS Status</a:t>
            </a:r>
          </a:p>
          <a:p>
            <a:pPr marL="457200" indent="-457200">
              <a:lnSpc>
                <a:spcPct val="90000"/>
              </a:lnSpc>
              <a:buFont typeface="+mj-lt"/>
              <a:buAutoNum type="arabicPeriod"/>
            </a:pPr>
            <a:r>
              <a:rPr lang="en-US" altLang="ko-KR" dirty="0" smtClean="0"/>
              <a:t>Test </a:t>
            </a:r>
            <a:r>
              <a:rPr lang="en-US" altLang="ko-KR" dirty="0"/>
              <a:t>ID &amp; </a:t>
            </a:r>
            <a:r>
              <a:rPr lang="en-US" altLang="ko-KR" dirty="0" smtClean="0"/>
              <a:t>Method</a:t>
            </a:r>
            <a:endParaRPr lang="en-US" altLang="ko-KR" dirty="0">
              <a:solidFill>
                <a:schemeClr val="accent5"/>
              </a:solidFill>
            </a:endParaRPr>
          </a:p>
          <a:p>
            <a:pPr marL="457200" indent="-457200">
              <a:lnSpc>
                <a:spcPct val="90000"/>
              </a:lnSpc>
              <a:buFont typeface="+mj-lt"/>
              <a:buAutoNum type="arabicPeriod"/>
            </a:pPr>
            <a:r>
              <a:rPr lang="en-US" altLang="ko-KR" dirty="0" smtClean="0"/>
              <a:t>Issue </a:t>
            </a:r>
            <a:r>
              <a:rPr lang="en-US" altLang="ko-KR" dirty="0"/>
              <a:t>&amp; Concerns</a:t>
            </a:r>
          </a:p>
          <a:p>
            <a:pPr marL="457200" indent="-457200">
              <a:lnSpc>
                <a:spcPct val="90000"/>
              </a:lnSpc>
              <a:buFont typeface="+mj-lt"/>
              <a:buAutoNum type="arabicPeriod"/>
            </a:pPr>
            <a:r>
              <a:rPr lang="en-US" altLang="ko-KR" dirty="0"/>
              <a:t>Near Term </a:t>
            </a:r>
            <a:r>
              <a:rPr lang="en-US" altLang="ko-KR" dirty="0" smtClean="0"/>
              <a:t>Activities</a:t>
            </a:r>
            <a:endParaRPr lang="en-US" altLang="ko-KR" dirty="0"/>
          </a:p>
        </p:txBody>
      </p:sp>
      <p:sp>
        <p:nvSpPr>
          <p:cNvPr id="4" name="슬라이드 번호 개체 틀 3">
            <a:extLst>
              <a:ext uri="{FF2B5EF4-FFF2-40B4-BE49-F238E27FC236}">
                <a16:creationId xmlns:a16="http://schemas.microsoft.com/office/drawing/2014/main" id="{D0F22F57-79AE-4481-8D1A-BCF6029013F5}"/>
              </a:ext>
            </a:extLst>
          </p:cNvPr>
          <p:cNvSpPr>
            <a:spLocks noGrp="1"/>
          </p:cNvSpPr>
          <p:nvPr>
            <p:ph type="sldNum" sz="quarter" idx="4"/>
          </p:nvPr>
        </p:nvSpPr>
        <p:spPr/>
        <p:txBody>
          <a:bodyPr/>
          <a:lstStyle/>
          <a:p>
            <a:fld id="{5FF3941A-8195-4E1C-AD48-53675AE8B136}" type="slidenum">
              <a:rPr lang="en-US" altLang="ko-KR" smtClean="0"/>
              <a:pPr/>
              <a:t>2</a:t>
            </a:fld>
            <a:endParaRPr lang="en-US" altLang="ko-KR" dirty="0"/>
          </a:p>
        </p:txBody>
      </p:sp>
    </p:spTree>
    <p:extLst>
      <p:ext uri="{BB962C8B-B14F-4D97-AF65-F5344CB8AC3E}">
        <p14:creationId xmlns:p14="http://schemas.microsoft.com/office/powerpoint/2010/main" val="1694149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1. Objective</a:t>
            </a:r>
            <a:endParaRPr lang="ko-KR" altLang="en-US" dirty="0"/>
          </a:p>
        </p:txBody>
      </p:sp>
      <p:sp>
        <p:nvSpPr>
          <p:cNvPr id="5" name="내용 개체 틀 4">
            <a:extLst>
              <a:ext uri="{FF2B5EF4-FFF2-40B4-BE49-F238E27FC236}">
                <a16:creationId xmlns:a16="http://schemas.microsoft.com/office/drawing/2014/main" id="{E6BE4626-9FEE-4537-B704-FE4E7FD9A309}"/>
              </a:ext>
            </a:extLst>
          </p:cNvPr>
          <p:cNvSpPr>
            <a:spLocks noGrp="1"/>
          </p:cNvSpPr>
          <p:nvPr>
            <p:ph idx="1"/>
          </p:nvPr>
        </p:nvSpPr>
        <p:spPr>
          <a:xfrm>
            <a:off x="188133" y="980728"/>
            <a:ext cx="8784976" cy="5358590"/>
          </a:xfrm>
        </p:spPr>
        <p:txBody>
          <a:bodyPr/>
          <a:lstStyle/>
          <a:p>
            <a:r>
              <a:rPr lang="en-US" altLang="ko-KR" dirty="0"/>
              <a:t>Test Objective :</a:t>
            </a:r>
          </a:p>
          <a:p>
            <a:pPr lvl="1"/>
            <a:r>
              <a:rPr lang="en-US" altLang="ko-KR" dirty="0" smtClean="0"/>
              <a:t>Verify </a:t>
            </a:r>
            <a:r>
              <a:rPr lang="en-US" altLang="ko-KR" dirty="0"/>
              <a:t>proper operation of the </a:t>
            </a:r>
            <a:r>
              <a:rPr lang="en-US" altLang="ko-KR" dirty="0" smtClean="0"/>
              <a:t>DTNPL</a:t>
            </a:r>
            <a:endParaRPr lang="en-US" altLang="ko-KR" dirty="0"/>
          </a:p>
          <a:p>
            <a:pPr lvl="1"/>
            <a:endParaRPr lang="en-US" altLang="ko-KR" dirty="0"/>
          </a:p>
          <a:p>
            <a:r>
              <a:rPr lang="en-US" altLang="ko-KR" dirty="0"/>
              <a:t>DTNPL </a:t>
            </a:r>
            <a:r>
              <a:rPr lang="en-US" altLang="ko-KR" dirty="0" smtClean="0"/>
              <a:t>ETB Test</a:t>
            </a:r>
            <a:endParaRPr lang="en-US" altLang="ko-KR" dirty="0"/>
          </a:p>
          <a:p>
            <a:pPr lvl="1"/>
            <a:r>
              <a:rPr lang="en-US" altLang="ko-KR" dirty="0"/>
              <a:t>Verify SOH Telemetry</a:t>
            </a:r>
          </a:p>
          <a:p>
            <a:pPr lvl="1"/>
            <a:r>
              <a:rPr lang="en-US" altLang="ko-KR" dirty="0"/>
              <a:t>Verify Discrete Command (Reset TC)</a:t>
            </a:r>
          </a:p>
          <a:p>
            <a:pPr lvl="1"/>
            <a:r>
              <a:rPr lang="en-US" altLang="ko-KR" dirty="0"/>
              <a:t>Verify Bi-level Telemetry (0.25Hz Heart Beat)</a:t>
            </a:r>
          </a:p>
          <a:p>
            <a:pPr lvl="1"/>
            <a:r>
              <a:rPr lang="en-US" altLang="ko-KR" dirty="0"/>
              <a:t>Verify DTN Operation</a:t>
            </a:r>
          </a:p>
          <a:p>
            <a:pPr lvl="2"/>
            <a:r>
              <a:rPr lang="en-US" altLang="ko-KR" dirty="0"/>
              <a:t>BP message</a:t>
            </a:r>
          </a:p>
          <a:p>
            <a:pPr lvl="2"/>
            <a:r>
              <a:rPr lang="en-US" altLang="ko-KR" dirty="0"/>
              <a:t>File transfer using CFDP</a:t>
            </a:r>
          </a:p>
          <a:p>
            <a:pPr lvl="2"/>
            <a:r>
              <a:rPr lang="en-US" altLang="ko-KR" dirty="0"/>
              <a:t>Video streaming using </a:t>
            </a:r>
            <a:r>
              <a:rPr lang="en-US" altLang="ko-KR" dirty="0" smtClean="0"/>
              <a:t>BSS</a:t>
            </a:r>
            <a:endParaRPr lang="en-US" altLang="ko-KR" dirty="0"/>
          </a:p>
        </p:txBody>
      </p:sp>
      <p:sp>
        <p:nvSpPr>
          <p:cNvPr id="6" name="슬라이드 번호 개체 틀 5">
            <a:extLst>
              <a:ext uri="{FF2B5EF4-FFF2-40B4-BE49-F238E27FC236}">
                <a16:creationId xmlns:a16="http://schemas.microsoft.com/office/drawing/2014/main" id="{A07FAE84-B7B5-41CA-A846-91CCB6A7E2EF}"/>
              </a:ext>
            </a:extLst>
          </p:cNvPr>
          <p:cNvSpPr>
            <a:spLocks noGrp="1"/>
          </p:cNvSpPr>
          <p:nvPr>
            <p:ph type="sldNum" sz="quarter" idx="4"/>
          </p:nvPr>
        </p:nvSpPr>
        <p:spPr/>
        <p:txBody>
          <a:bodyPr/>
          <a:lstStyle/>
          <a:p>
            <a:fld id="{5FF3941A-8195-4E1C-AD48-53675AE8B136}" type="slidenum">
              <a:rPr lang="en-US" altLang="ko-KR" smtClean="0"/>
              <a:pPr/>
              <a:t>3</a:t>
            </a:fld>
            <a:endParaRPr lang="en-US" altLang="ko-KR" dirty="0"/>
          </a:p>
        </p:txBody>
      </p:sp>
    </p:spTree>
    <p:extLst>
      <p:ext uri="{BB962C8B-B14F-4D97-AF65-F5344CB8AC3E}">
        <p14:creationId xmlns:p14="http://schemas.microsoft.com/office/powerpoint/2010/main" val="37944993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D163A55-429E-46E6-A991-7655ECD40636}"/>
              </a:ext>
            </a:extLst>
          </p:cNvPr>
          <p:cNvSpPr>
            <a:spLocks noGrp="1"/>
          </p:cNvSpPr>
          <p:nvPr>
            <p:ph type="title"/>
          </p:nvPr>
        </p:nvSpPr>
        <p:spPr/>
        <p:txBody>
          <a:bodyPr/>
          <a:lstStyle/>
          <a:p>
            <a:r>
              <a:rPr lang="en-US" altLang="ko-KR" dirty="0"/>
              <a:t>2</a:t>
            </a:r>
            <a:r>
              <a:rPr lang="en-US" altLang="ko-KR" dirty="0" smtClean="0"/>
              <a:t>. </a:t>
            </a:r>
            <a:r>
              <a:rPr lang="en-US" altLang="ko-KR" dirty="0"/>
              <a:t>Test</a:t>
            </a:r>
            <a:r>
              <a:rPr lang="ko-KR" altLang="en-US" dirty="0"/>
              <a:t> </a:t>
            </a:r>
            <a:r>
              <a:rPr lang="en-US" altLang="ko-KR" dirty="0"/>
              <a:t>Matrix</a:t>
            </a:r>
            <a:endParaRPr lang="ko-KR" altLang="en-US" dirty="0"/>
          </a:p>
        </p:txBody>
      </p:sp>
      <p:sp>
        <p:nvSpPr>
          <p:cNvPr id="3" name="내용 개체 틀 2">
            <a:extLst>
              <a:ext uri="{FF2B5EF4-FFF2-40B4-BE49-F238E27FC236}">
                <a16:creationId xmlns:a16="http://schemas.microsoft.com/office/drawing/2014/main" id="{F3AB0C2F-A26B-47E3-8A24-C3715FE7B17B}"/>
              </a:ext>
            </a:extLst>
          </p:cNvPr>
          <p:cNvSpPr>
            <a:spLocks noGrp="1"/>
          </p:cNvSpPr>
          <p:nvPr>
            <p:ph idx="1"/>
          </p:nvPr>
        </p:nvSpPr>
        <p:spPr/>
        <p:txBody>
          <a:bodyPr/>
          <a:lstStyle/>
          <a:p>
            <a:r>
              <a:rPr lang="en-US" altLang="ko-KR" dirty="0" smtClean="0"/>
              <a:t>DTNPL Test </a:t>
            </a:r>
            <a:r>
              <a:rPr lang="en-US" altLang="ko-KR" dirty="0"/>
              <a:t>Matrix</a:t>
            </a:r>
            <a:endParaRPr lang="ko-KR" altLang="en-US" dirty="0"/>
          </a:p>
        </p:txBody>
      </p:sp>
      <p:sp>
        <p:nvSpPr>
          <p:cNvPr id="4" name="슬라이드 번호 개체 틀 3">
            <a:extLst>
              <a:ext uri="{FF2B5EF4-FFF2-40B4-BE49-F238E27FC236}">
                <a16:creationId xmlns:a16="http://schemas.microsoft.com/office/drawing/2014/main" id="{8B12B060-474D-4D91-AC30-A61793465631}"/>
              </a:ext>
            </a:extLst>
          </p:cNvPr>
          <p:cNvSpPr>
            <a:spLocks noGrp="1"/>
          </p:cNvSpPr>
          <p:nvPr>
            <p:ph type="sldNum" sz="quarter" idx="4"/>
          </p:nvPr>
        </p:nvSpPr>
        <p:spPr/>
        <p:txBody>
          <a:bodyPr/>
          <a:lstStyle/>
          <a:p>
            <a:fld id="{5FF3941A-8195-4E1C-AD48-53675AE8B136}" type="slidenum">
              <a:rPr lang="en-US" altLang="ko-KR" smtClean="0"/>
              <a:pPr/>
              <a:t>4</a:t>
            </a:fld>
            <a:endParaRPr lang="en-US" altLang="ko-KR" dirty="0"/>
          </a:p>
        </p:txBody>
      </p:sp>
      <p:graphicFrame>
        <p:nvGraphicFramePr>
          <p:cNvPr id="8" name="표 7"/>
          <p:cNvGraphicFramePr>
            <a:graphicFrameLocks noGrp="1"/>
          </p:cNvGraphicFramePr>
          <p:nvPr>
            <p:extLst>
              <p:ext uri="{D42A27DB-BD31-4B8C-83A1-F6EECF244321}">
                <p14:modId xmlns:p14="http://schemas.microsoft.com/office/powerpoint/2010/main" val="3735099990"/>
              </p:ext>
            </p:extLst>
          </p:nvPr>
        </p:nvGraphicFramePr>
        <p:xfrm>
          <a:off x="611560" y="1402843"/>
          <a:ext cx="7829099" cy="4892468"/>
        </p:xfrm>
        <a:graphic>
          <a:graphicData uri="http://schemas.openxmlformats.org/drawingml/2006/table">
            <a:tbl>
              <a:tblPr>
                <a:tableStyleId>{5C22544A-7EE6-4342-B048-85BDC9FD1C3A}</a:tableStyleId>
              </a:tblPr>
              <a:tblGrid>
                <a:gridCol w="751159">
                  <a:extLst>
                    <a:ext uri="{9D8B030D-6E8A-4147-A177-3AD203B41FA5}">
                      <a16:colId xmlns:a16="http://schemas.microsoft.com/office/drawing/2014/main" val="2409382558"/>
                    </a:ext>
                  </a:extLst>
                </a:gridCol>
                <a:gridCol w="1161587">
                  <a:extLst>
                    <a:ext uri="{9D8B030D-6E8A-4147-A177-3AD203B41FA5}">
                      <a16:colId xmlns:a16="http://schemas.microsoft.com/office/drawing/2014/main" val="225836981"/>
                    </a:ext>
                  </a:extLst>
                </a:gridCol>
                <a:gridCol w="1022197">
                  <a:extLst>
                    <a:ext uri="{9D8B030D-6E8A-4147-A177-3AD203B41FA5}">
                      <a16:colId xmlns:a16="http://schemas.microsoft.com/office/drawing/2014/main" val="2513238721"/>
                    </a:ext>
                  </a:extLst>
                </a:gridCol>
                <a:gridCol w="1455856">
                  <a:extLst>
                    <a:ext uri="{9D8B030D-6E8A-4147-A177-3AD203B41FA5}">
                      <a16:colId xmlns:a16="http://schemas.microsoft.com/office/drawing/2014/main" val="1319709673"/>
                    </a:ext>
                  </a:extLst>
                </a:gridCol>
                <a:gridCol w="286525">
                  <a:extLst>
                    <a:ext uri="{9D8B030D-6E8A-4147-A177-3AD203B41FA5}">
                      <a16:colId xmlns:a16="http://schemas.microsoft.com/office/drawing/2014/main" val="516771329"/>
                    </a:ext>
                  </a:extLst>
                </a:gridCol>
                <a:gridCol w="286525">
                  <a:extLst>
                    <a:ext uri="{9D8B030D-6E8A-4147-A177-3AD203B41FA5}">
                      <a16:colId xmlns:a16="http://schemas.microsoft.com/office/drawing/2014/main" val="587297056"/>
                    </a:ext>
                  </a:extLst>
                </a:gridCol>
                <a:gridCol w="286525">
                  <a:extLst>
                    <a:ext uri="{9D8B030D-6E8A-4147-A177-3AD203B41FA5}">
                      <a16:colId xmlns:a16="http://schemas.microsoft.com/office/drawing/2014/main" val="2427395864"/>
                    </a:ext>
                  </a:extLst>
                </a:gridCol>
                <a:gridCol w="286525">
                  <a:extLst>
                    <a:ext uri="{9D8B030D-6E8A-4147-A177-3AD203B41FA5}">
                      <a16:colId xmlns:a16="http://schemas.microsoft.com/office/drawing/2014/main" val="1138542766"/>
                    </a:ext>
                  </a:extLst>
                </a:gridCol>
                <a:gridCol w="286525">
                  <a:extLst>
                    <a:ext uri="{9D8B030D-6E8A-4147-A177-3AD203B41FA5}">
                      <a16:colId xmlns:a16="http://schemas.microsoft.com/office/drawing/2014/main" val="2260665585"/>
                    </a:ext>
                  </a:extLst>
                </a:gridCol>
                <a:gridCol w="286525">
                  <a:extLst>
                    <a:ext uri="{9D8B030D-6E8A-4147-A177-3AD203B41FA5}">
                      <a16:colId xmlns:a16="http://schemas.microsoft.com/office/drawing/2014/main" val="2806965102"/>
                    </a:ext>
                  </a:extLst>
                </a:gridCol>
                <a:gridCol w="286525">
                  <a:extLst>
                    <a:ext uri="{9D8B030D-6E8A-4147-A177-3AD203B41FA5}">
                      <a16:colId xmlns:a16="http://schemas.microsoft.com/office/drawing/2014/main" val="1422928991"/>
                    </a:ext>
                  </a:extLst>
                </a:gridCol>
                <a:gridCol w="286525">
                  <a:extLst>
                    <a:ext uri="{9D8B030D-6E8A-4147-A177-3AD203B41FA5}">
                      <a16:colId xmlns:a16="http://schemas.microsoft.com/office/drawing/2014/main" val="744983089"/>
                    </a:ext>
                  </a:extLst>
                </a:gridCol>
                <a:gridCol w="286525">
                  <a:extLst>
                    <a:ext uri="{9D8B030D-6E8A-4147-A177-3AD203B41FA5}">
                      <a16:colId xmlns:a16="http://schemas.microsoft.com/office/drawing/2014/main" val="4200742148"/>
                    </a:ext>
                  </a:extLst>
                </a:gridCol>
                <a:gridCol w="286525">
                  <a:extLst>
                    <a:ext uri="{9D8B030D-6E8A-4147-A177-3AD203B41FA5}">
                      <a16:colId xmlns:a16="http://schemas.microsoft.com/office/drawing/2014/main" val="3548919238"/>
                    </a:ext>
                  </a:extLst>
                </a:gridCol>
                <a:gridCol w="286525">
                  <a:extLst>
                    <a:ext uri="{9D8B030D-6E8A-4147-A177-3AD203B41FA5}">
                      <a16:colId xmlns:a16="http://schemas.microsoft.com/office/drawing/2014/main" val="142329610"/>
                    </a:ext>
                  </a:extLst>
                </a:gridCol>
                <a:gridCol w="286525">
                  <a:extLst>
                    <a:ext uri="{9D8B030D-6E8A-4147-A177-3AD203B41FA5}">
                      <a16:colId xmlns:a16="http://schemas.microsoft.com/office/drawing/2014/main" val="2318333768"/>
                    </a:ext>
                  </a:extLst>
                </a:gridCol>
              </a:tblGrid>
              <a:tr h="215058">
                <a:tc gridSpan="2">
                  <a:txBody>
                    <a:bodyPr/>
                    <a:lstStyle/>
                    <a:p>
                      <a:pPr algn="ctr" fontAlgn="ctr"/>
                      <a:r>
                        <a:rPr lang="en-US" sz="1000" u="none" strike="noStrike" dirty="0">
                          <a:effectLst/>
                        </a:rPr>
                        <a:t>Test</a:t>
                      </a:r>
                      <a:endParaRPr lang="en-US" sz="10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hMerge="1">
                  <a:txBody>
                    <a:bodyPr/>
                    <a:lstStyle/>
                    <a:p>
                      <a:pPr latinLnBrk="1"/>
                      <a:endParaRPr lang="ko-KR" altLang="en-US"/>
                    </a:p>
                  </a:txBody>
                  <a:tcPr/>
                </a:tc>
                <a:tc gridSpan="2">
                  <a:txBody>
                    <a:bodyPr/>
                    <a:lstStyle/>
                    <a:p>
                      <a:pPr algn="ctr" fontAlgn="ctr"/>
                      <a:r>
                        <a:rPr lang="en-US" sz="1000" u="none" strike="noStrike">
                          <a:effectLst/>
                        </a:rPr>
                        <a:t>Requirement</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hMerge="1">
                  <a:txBody>
                    <a:bodyPr/>
                    <a:lstStyle/>
                    <a:p>
                      <a:pPr latinLnBrk="1"/>
                      <a:endParaRPr lang="ko-KR" altLang="en-US"/>
                    </a:p>
                  </a:txBody>
                  <a:tcPr/>
                </a:tc>
                <a:tc gridSpan="12">
                  <a:txBody>
                    <a:bodyPr/>
                    <a:lstStyle/>
                    <a:p>
                      <a:pPr algn="ctr" fontAlgn="ctr"/>
                      <a:r>
                        <a:rPr lang="en-US" sz="1000" u="none" strike="noStrike">
                          <a:effectLst/>
                        </a:rPr>
                        <a:t>ETB Test Activity(KPLO)</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2411985489"/>
                  </a:ext>
                </a:extLst>
              </a:tr>
              <a:tr h="688185">
                <a:tc>
                  <a:txBody>
                    <a:bodyPr/>
                    <a:lstStyle/>
                    <a:p>
                      <a:pPr algn="ctr" fontAlgn="ctr"/>
                      <a:r>
                        <a:rPr lang="en-US" sz="800" u="none" strike="noStrike" dirty="0">
                          <a:effectLst/>
                        </a:rPr>
                        <a:t>ID</a:t>
                      </a:r>
                      <a:endParaRPr lang="en-US" sz="8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800" u="none" strike="noStrike" dirty="0">
                          <a:effectLst/>
                        </a:rPr>
                        <a:t>Title</a:t>
                      </a:r>
                      <a:endParaRPr lang="en-US" sz="8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800" u="none" strike="noStrike" dirty="0">
                          <a:effectLst/>
                        </a:rPr>
                        <a:t>ID</a:t>
                      </a:r>
                      <a:endParaRPr lang="en-US" sz="8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800" u="none" strike="noStrike" dirty="0">
                          <a:effectLst/>
                        </a:rPr>
                        <a:t>Title</a:t>
                      </a:r>
                      <a:endParaRPr lang="en-US" sz="8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800" u="none" strike="noStrike" dirty="0">
                          <a:effectLst/>
                        </a:rPr>
                        <a:t>DC INT</a:t>
                      </a:r>
                      <a:endParaRPr lang="en-US" sz="800" b="0" i="0" u="none" strike="noStrike" dirty="0">
                        <a:effectLst/>
                        <a:latin typeface="Arial" panose="020B0604020202020204" pitchFamily="34" charset="0"/>
                        <a:ea typeface="돋움" panose="020B0600000101010101" pitchFamily="50" charset="-127"/>
                      </a:endParaRPr>
                    </a:p>
                  </a:txBody>
                  <a:tcPr marL="7169" marR="7169" marT="7169" marB="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800" u="none" strike="noStrike" dirty="0">
                          <a:effectLst/>
                        </a:rPr>
                        <a:t>ELEC. INT</a:t>
                      </a:r>
                      <a:endParaRPr lang="en-US" sz="800" b="0" i="0" u="none" strike="noStrike" dirty="0">
                        <a:effectLst/>
                        <a:latin typeface="Arial" panose="020B0604020202020204" pitchFamily="34" charset="0"/>
                        <a:ea typeface="돋움" panose="020B0600000101010101" pitchFamily="50" charset="-127"/>
                      </a:endParaRPr>
                    </a:p>
                  </a:txBody>
                  <a:tcPr marL="7169" marR="7169" marT="7169" marB="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800" u="none" strike="noStrike" dirty="0">
                          <a:effectLst/>
                        </a:rPr>
                        <a:t>RF INT.</a:t>
                      </a:r>
                      <a:endParaRPr lang="en-US" sz="800" b="0" i="0" u="none" strike="noStrike" dirty="0">
                        <a:effectLst/>
                        <a:latin typeface="Arial" panose="020B0604020202020204" pitchFamily="34" charset="0"/>
                        <a:ea typeface="돋움" panose="020B0600000101010101" pitchFamily="50" charset="-127"/>
                      </a:endParaRPr>
                    </a:p>
                  </a:txBody>
                  <a:tcPr marL="7169" marR="7169" marT="7169" marB="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800" u="none" strike="noStrike" dirty="0">
                          <a:effectLst/>
                        </a:rPr>
                        <a:t>Processor</a:t>
                      </a:r>
                      <a:endParaRPr lang="en-US" sz="800" b="0" i="0" u="none" strike="noStrike" dirty="0">
                        <a:effectLst/>
                        <a:latin typeface="Arial" panose="020B0604020202020204" pitchFamily="34" charset="0"/>
                        <a:ea typeface="돋움" panose="020B0600000101010101" pitchFamily="50" charset="-127"/>
                      </a:endParaRPr>
                    </a:p>
                  </a:txBody>
                  <a:tcPr marL="7169" marR="7169" marT="7169" marB="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800" u="none" strike="noStrike" dirty="0">
                          <a:effectLst/>
                        </a:rPr>
                        <a:t>Payload Logic</a:t>
                      </a:r>
                      <a:endParaRPr lang="en-US" sz="800" b="0" i="0" u="none" strike="noStrike" dirty="0">
                        <a:effectLst/>
                        <a:latin typeface="Arial" panose="020B0604020202020204" pitchFamily="34" charset="0"/>
                        <a:ea typeface="돋움" panose="020B0600000101010101" pitchFamily="50" charset="-127"/>
                      </a:endParaRPr>
                    </a:p>
                  </a:txBody>
                  <a:tcPr marL="7169" marR="7169" marT="7169" marB="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800" u="none" strike="noStrike" dirty="0">
                          <a:effectLst/>
                        </a:rPr>
                        <a:t>EPS Logic</a:t>
                      </a:r>
                      <a:endParaRPr lang="en-US" sz="800" b="0" i="0" u="none" strike="noStrike" dirty="0">
                        <a:effectLst/>
                        <a:latin typeface="Arial" panose="020B0604020202020204" pitchFamily="34" charset="0"/>
                        <a:ea typeface="돋움" panose="020B0600000101010101" pitchFamily="50" charset="-127"/>
                      </a:endParaRPr>
                    </a:p>
                  </a:txBody>
                  <a:tcPr marL="7169" marR="7169" marT="7169" marB="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800" u="none" strike="noStrike" dirty="0">
                          <a:effectLst/>
                        </a:rPr>
                        <a:t>TCS Logic</a:t>
                      </a:r>
                      <a:endParaRPr lang="en-US" sz="800" b="0" i="0" u="none" strike="noStrike" dirty="0">
                        <a:effectLst/>
                        <a:latin typeface="Arial" panose="020B0604020202020204" pitchFamily="34" charset="0"/>
                        <a:ea typeface="돋움" panose="020B0600000101010101" pitchFamily="50" charset="-127"/>
                      </a:endParaRPr>
                    </a:p>
                  </a:txBody>
                  <a:tcPr marL="7169" marR="7169" marT="7169" marB="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800" u="none" strike="noStrike" dirty="0">
                          <a:effectLst/>
                        </a:rPr>
                        <a:t>AOCS Logic</a:t>
                      </a:r>
                      <a:endParaRPr lang="en-US" sz="800" b="0" i="0" u="none" strike="noStrike" dirty="0">
                        <a:effectLst/>
                        <a:latin typeface="Arial" panose="020B0604020202020204" pitchFamily="34" charset="0"/>
                        <a:ea typeface="돋움" panose="020B0600000101010101" pitchFamily="50" charset="-127"/>
                      </a:endParaRPr>
                    </a:p>
                  </a:txBody>
                  <a:tcPr marL="7169" marR="7169" marT="7169" marB="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800" u="none" strike="noStrike" dirty="0">
                          <a:effectLst/>
                        </a:rPr>
                        <a:t>Fault </a:t>
                      </a:r>
                      <a:r>
                        <a:rPr lang="en-US" sz="800" u="none" strike="noStrike" dirty="0" err="1">
                          <a:effectLst/>
                        </a:rPr>
                        <a:t>Manag</a:t>
                      </a:r>
                      <a:r>
                        <a:rPr lang="en-US" sz="800" u="none" strike="noStrike" dirty="0">
                          <a:effectLst/>
                        </a:rPr>
                        <a:t>.</a:t>
                      </a:r>
                      <a:endParaRPr lang="en-US" sz="800" b="0" i="0" u="none" strike="noStrike" dirty="0">
                        <a:effectLst/>
                        <a:latin typeface="Arial" panose="020B0604020202020204" pitchFamily="34" charset="0"/>
                        <a:ea typeface="돋움" panose="020B0600000101010101" pitchFamily="50" charset="-127"/>
                      </a:endParaRPr>
                    </a:p>
                  </a:txBody>
                  <a:tcPr marL="7169" marR="7169" marT="7169" marB="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800" u="none" strike="noStrike" dirty="0">
                          <a:effectLst/>
                        </a:rPr>
                        <a:t>BUS OP.</a:t>
                      </a:r>
                      <a:endParaRPr lang="en-US" sz="800" b="0" i="0" u="none" strike="noStrike" dirty="0">
                        <a:effectLst/>
                        <a:latin typeface="Arial" panose="020B0604020202020204" pitchFamily="34" charset="0"/>
                        <a:ea typeface="돋움" panose="020B0600000101010101" pitchFamily="50" charset="-127"/>
                      </a:endParaRPr>
                    </a:p>
                  </a:txBody>
                  <a:tcPr marL="7169" marR="7169" marT="7169" marB="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800" u="none" strike="noStrike" dirty="0">
                          <a:effectLst/>
                        </a:rPr>
                        <a:t>EMC</a:t>
                      </a:r>
                      <a:endParaRPr lang="en-US" sz="800" b="0" i="0" u="none" strike="noStrike" dirty="0">
                        <a:effectLst/>
                        <a:latin typeface="Arial" panose="020B0604020202020204" pitchFamily="34" charset="0"/>
                        <a:ea typeface="돋움" panose="020B0600000101010101" pitchFamily="50" charset="-127"/>
                      </a:endParaRPr>
                    </a:p>
                  </a:txBody>
                  <a:tcPr marL="7169" marR="7169" marT="7169" marB="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800" u="none" strike="noStrike" dirty="0">
                          <a:effectLst/>
                        </a:rPr>
                        <a:t>End to End</a:t>
                      </a:r>
                      <a:endParaRPr lang="en-US" sz="800" b="0" i="0" u="none" strike="noStrike" dirty="0">
                        <a:effectLst/>
                        <a:latin typeface="Arial" panose="020B0604020202020204" pitchFamily="34" charset="0"/>
                        <a:ea typeface="돋움" panose="020B0600000101010101" pitchFamily="50" charset="-127"/>
                      </a:endParaRPr>
                    </a:p>
                  </a:txBody>
                  <a:tcPr marL="7169" marR="7169" marT="7169" marB="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411044080"/>
                  </a:ext>
                </a:extLst>
              </a:tr>
              <a:tr h="136203">
                <a:tc rowSpan="2">
                  <a:txBody>
                    <a:bodyPr/>
                    <a:lstStyle/>
                    <a:p>
                      <a:pPr algn="l" fontAlgn="ctr"/>
                      <a:r>
                        <a:rPr lang="en-US" sz="800" u="none" strike="noStrike">
                          <a:effectLst/>
                        </a:rPr>
                        <a:t>DTN-010</a:t>
                      </a:r>
                      <a:endParaRPr lang="en-US" sz="8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pPr algn="l" fontAlgn="ctr"/>
                      <a:r>
                        <a:rPr lang="en-US" sz="1000" u="none" strike="noStrike" dirty="0">
                          <a:effectLst/>
                        </a:rPr>
                        <a:t>SOH telemetry</a:t>
                      </a:r>
                      <a:endParaRPr lang="en-US" sz="10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a:effectLst/>
                        </a:rPr>
                        <a:t>SSD-DPL-10060</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a:effectLst/>
                        </a:rPr>
                        <a:t>Health report</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pPr algn="ctr" fontAlgn="ctr"/>
                      <a:r>
                        <a:rPr lang="ko-KR" altLang="en-US" sz="1000" u="none" strike="noStrike" dirty="0">
                          <a:effectLst/>
                        </a:rPr>
                        <a:t>　</a:t>
                      </a:r>
                      <a:endParaRPr lang="ko-KR" altLang="en-US" sz="10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pPr algn="ctr" fontAlgn="ctr"/>
                      <a:r>
                        <a:rPr lang="en-US" sz="1000" u="none" strike="noStrike">
                          <a:effectLst/>
                        </a:rPr>
                        <a:t>T</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9026183"/>
                  </a:ext>
                </a:extLst>
              </a:tr>
              <a:tr h="136203">
                <a:tc vMerge="1">
                  <a:txBody>
                    <a:bodyPr/>
                    <a:lstStyle/>
                    <a:p>
                      <a:pPr latinLnBrk="1"/>
                      <a:endParaRPr lang="ko-KR" altLang="en-US"/>
                    </a:p>
                  </a:txBody>
                  <a:tcPr/>
                </a:tc>
                <a:tc vMerge="1">
                  <a:txBody>
                    <a:bodyPr/>
                    <a:lstStyle/>
                    <a:p>
                      <a:pPr latinLnBrk="1"/>
                      <a:endParaRPr lang="ko-KR" altLang="en-US"/>
                    </a:p>
                  </a:txBody>
                  <a:tcPr/>
                </a:tc>
                <a:tc>
                  <a:txBody>
                    <a:bodyPr/>
                    <a:lstStyle/>
                    <a:p>
                      <a:pPr algn="l" fontAlgn="ctr"/>
                      <a:r>
                        <a:rPr lang="en-US" sz="1000" u="none" strike="noStrike" dirty="0">
                          <a:effectLst/>
                        </a:rPr>
                        <a:t>SSD-DPL-10070</a:t>
                      </a:r>
                      <a:endParaRPr lang="en-US" sz="10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a:effectLst/>
                        </a:rPr>
                        <a:t>DTN status report</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2945507347"/>
                  </a:ext>
                </a:extLst>
              </a:tr>
              <a:tr h="157709">
                <a:tc>
                  <a:txBody>
                    <a:bodyPr/>
                    <a:lstStyle/>
                    <a:p>
                      <a:pPr algn="l" fontAlgn="ctr"/>
                      <a:r>
                        <a:rPr lang="en-US" sz="800" u="none" strike="noStrike">
                          <a:effectLst/>
                        </a:rPr>
                        <a:t>DTN-020</a:t>
                      </a:r>
                      <a:endParaRPr lang="en-US" sz="8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a:effectLst/>
                        </a:rPr>
                        <a:t>Bi-level telemtry</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a:effectLst/>
                        </a:rPr>
                        <a:t>SSD-DPL-10090</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a:effectLst/>
                        </a:rPr>
                        <a:t>Fault detection</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r>
                        <a:rPr lang="en-US" sz="1000" u="none" strike="noStrike">
                          <a:effectLst/>
                        </a:rPr>
                        <a:t>T</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r>
                        <a:rPr lang="en-US" sz="1000" u="none" strike="noStrike">
                          <a:effectLst/>
                        </a:rPr>
                        <a:t>T</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26988603"/>
                  </a:ext>
                </a:extLst>
              </a:tr>
              <a:tr h="157709">
                <a:tc>
                  <a:txBody>
                    <a:bodyPr/>
                    <a:lstStyle/>
                    <a:p>
                      <a:pPr algn="l" fontAlgn="ctr"/>
                      <a:r>
                        <a:rPr lang="en-US" sz="800" u="none" strike="noStrike">
                          <a:effectLst/>
                        </a:rPr>
                        <a:t>DTN-030</a:t>
                      </a:r>
                      <a:endParaRPr lang="en-US" sz="8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a:effectLst/>
                        </a:rPr>
                        <a:t>Reset command</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dirty="0">
                          <a:effectLst/>
                        </a:rPr>
                        <a:t>SSD-DPL-10100</a:t>
                      </a:r>
                      <a:endParaRPr lang="en-US" sz="10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a:effectLst/>
                        </a:rPr>
                        <a:t>Fault recovery</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r>
                        <a:rPr lang="en-US" sz="1000" u="none" strike="noStrike">
                          <a:effectLst/>
                        </a:rPr>
                        <a:t>T</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r>
                        <a:rPr lang="en-US" sz="1000" u="none" strike="noStrike">
                          <a:effectLst/>
                        </a:rPr>
                        <a:t>T</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15545100"/>
                  </a:ext>
                </a:extLst>
              </a:tr>
              <a:tr h="136203">
                <a:tc>
                  <a:txBody>
                    <a:bodyPr/>
                    <a:lstStyle/>
                    <a:p>
                      <a:pPr algn="l" fontAlgn="ctr"/>
                      <a:r>
                        <a:rPr lang="en-US" sz="800" u="none" strike="noStrike">
                          <a:effectLst/>
                        </a:rPr>
                        <a:t>DTN-040</a:t>
                      </a:r>
                      <a:endParaRPr lang="en-US" sz="8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a:effectLst/>
                        </a:rPr>
                        <a:t>Time setting</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dirty="0">
                          <a:effectLst/>
                        </a:rPr>
                        <a:t>SSD-DPL-10080</a:t>
                      </a:r>
                      <a:endParaRPr lang="en-US" sz="10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a:effectLst/>
                        </a:rPr>
                        <a:t>Time synchronization</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r>
                        <a:rPr lang="en-US" sz="1000" u="none" strike="noStrike">
                          <a:effectLst/>
                        </a:rPr>
                        <a:t>T</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1212713"/>
                  </a:ext>
                </a:extLst>
              </a:tr>
              <a:tr h="136203">
                <a:tc rowSpan="4">
                  <a:txBody>
                    <a:bodyPr/>
                    <a:lstStyle/>
                    <a:p>
                      <a:pPr algn="l" fontAlgn="ctr"/>
                      <a:r>
                        <a:rPr lang="en-US" sz="800" u="none" strike="noStrike">
                          <a:effectLst/>
                        </a:rPr>
                        <a:t>DTN-050</a:t>
                      </a:r>
                      <a:endParaRPr lang="en-US" sz="8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l" fontAlgn="ctr"/>
                      <a:r>
                        <a:rPr lang="en-US" sz="1000" u="none" strike="noStrike">
                          <a:effectLst/>
                        </a:rPr>
                        <a:t>BPM single trip</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dirty="0">
                          <a:effectLst/>
                        </a:rPr>
                        <a:t>SSD-DPL-10010</a:t>
                      </a:r>
                      <a:endParaRPr lang="en-US" sz="10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a:effectLst/>
                        </a:rPr>
                        <a:t>DTN protocols</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en-US" sz="1000" u="none" strike="noStrike">
                          <a:effectLst/>
                        </a:rPr>
                        <a:t>T</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dirty="0">
                          <a:effectLst/>
                        </a:rPr>
                        <a:t>　</a:t>
                      </a:r>
                      <a:endParaRPr lang="ko-KR" altLang="en-US" sz="10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4418584"/>
                  </a:ext>
                </a:extLst>
              </a:tr>
              <a:tr h="136203">
                <a:tc vMerge="1">
                  <a:txBody>
                    <a:bodyPr/>
                    <a:lstStyle/>
                    <a:p>
                      <a:pPr latinLnBrk="1"/>
                      <a:endParaRPr lang="ko-KR" altLang="en-US"/>
                    </a:p>
                  </a:txBody>
                  <a:tcPr/>
                </a:tc>
                <a:tc vMerge="1">
                  <a:txBody>
                    <a:bodyPr/>
                    <a:lstStyle/>
                    <a:p>
                      <a:pPr latinLnBrk="1"/>
                      <a:endParaRPr lang="ko-KR" altLang="en-US"/>
                    </a:p>
                  </a:txBody>
                  <a:tcPr/>
                </a:tc>
                <a:tc>
                  <a:txBody>
                    <a:bodyPr/>
                    <a:lstStyle/>
                    <a:p>
                      <a:pPr algn="l" fontAlgn="ctr"/>
                      <a:r>
                        <a:rPr lang="en-US" sz="1000" u="none" strike="noStrike" dirty="0">
                          <a:effectLst/>
                        </a:rPr>
                        <a:t>SSD-DPL-10020</a:t>
                      </a:r>
                      <a:endParaRPr lang="en-US" sz="10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a:effectLst/>
                        </a:rPr>
                        <a:t>DTN user utilites</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1182652587"/>
                  </a:ext>
                </a:extLst>
              </a:tr>
              <a:tr h="136203">
                <a:tc vMerge="1">
                  <a:txBody>
                    <a:bodyPr/>
                    <a:lstStyle/>
                    <a:p>
                      <a:pPr latinLnBrk="1"/>
                      <a:endParaRPr lang="ko-KR" altLang="en-US"/>
                    </a:p>
                  </a:txBody>
                  <a:tcPr/>
                </a:tc>
                <a:tc vMerge="1">
                  <a:txBody>
                    <a:bodyPr/>
                    <a:lstStyle/>
                    <a:p>
                      <a:pPr latinLnBrk="1"/>
                      <a:endParaRPr lang="ko-KR" altLang="en-US"/>
                    </a:p>
                  </a:txBody>
                  <a:tcPr/>
                </a:tc>
                <a:tc>
                  <a:txBody>
                    <a:bodyPr/>
                    <a:lstStyle/>
                    <a:p>
                      <a:pPr algn="l" fontAlgn="ctr"/>
                      <a:r>
                        <a:rPr lang="en-US" sz="1000" u="none" strike="noStrike" dirty="0">
                          <a:effectLst/>
                        </a:rPr>
                        <a:t>SSD-DPL-10030</a:t>
                      </a:r>
                      <a:endParaRPr lang="en-US" sz="10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a:effectLst/>
                        </a:rPr>
                        <a:t>DTNPL modes</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4050475299"/>
                  </a:ext>
                </a:extLst>
              </a:tr>
              <a:tr h="136203">
                <a:tc vMerge="1">
                  <a:txBody>
                    <a:bodyPr/>
                    <a:lstStyle/>
                    <a:p>
                      <a:pPr latinLnBrk="1"/>
                      <a:endParaRPr lang="ko-KR" altLang="en-US"/>
                    </a:p>
                  </a:txBody>
                  <a:tcPr/>
                </a:tc>
                <a:tc vMerge="1">
                  <a:txBody>
                    <a:bodyPr/>
                    <a:lstStyle/>
                    <a:p>
                      <a:pPr latinLnBrk="1"/>
                      <a:endParaRPr lang="ko-KR" altLang="en-US"/>
                    </a:p>
                  </a:txBody>
                  <a:tcPr/>
                </a:tc>
                <a:tc>
                  <a:txBody>
                    <a:bodyPr/>
                    <a:lstStyle/>
                    <a:p>
                      <a:pPr algn="l" fontAlgn="ctr"/>
                      <a:r>
                        <a:rPr lang="en-US" sz="1000" u="none" strike="noStrike" dirty="0">
                          <a:effectLst/>
                        </a:rPr>
                        <a:t>SSD-DPL-10040</a:t>
                      </a:r>
                      <a:endParaRPr lang="en-US" sz="10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a:effectLst/>
                        </a:rPr>
                        <a:t>DTN end point mode</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2593129900"/>
                  </a:ext>
                </a:extLst>
              </a:tr>
              <a:tr h="136203">
                <a:tc rowSpan="4">
                  <a:txBody>
                    <a:bodyPr/>
                    <a:lstStyle/>
                    <a:p>
                      <a:pPr algn="l" fontAlgn="ctr"/>
                      <a:r>
                        <a:rPr lang="en-US" sz="800" u="none" strike="noStrike">
                          <a:effectLst/>
                        </a:rPr>
                        <a:t>DTN-060</a:t>
                      </a:r>
                      <a:endParaRPr lang="en-US" sz="8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l" fontAlgn="ctr"/>
                      <a:r>
                        <a:rPr lang="en-US" sz="1000" u="none" strike="noStrike">
                          <a:effectLst/>
                        </a:rPr>
                        <a:t>CFDP single trip</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dirty="0">
                          <a:effectLst/>
                        </a:rPr>
                        <a:t>SSD-DPL-10010</a:t>
                      </a:r>
                      <a:endParaRPr lang="en-US" sz="10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a:effectLst/>
                        </a:rPr>
                        <a:t>DTN protocols</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en-US" sz="1000" u="none" strike="noStrike">
                          <a:effectLst/>
                        </a:rPr>
                        <a:t>T</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dirty="0">
                          <a:effectLst/>
                        </a:rPr>
                        <a:t>　</a:t>
                      </a:r>
                      <a:endParaRPr lang="ko-KR" altLang="en-US" sz="10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565594"/>
                  </a:ext>
                </a:extLst>
              </a:tr>
              <a:tr h="136203">
                <a:tc vMerge="1">
                  <a:txBody>
                    <a:bodyPr/>
                    <a:lstStyle/>
                    <a:p>
                      <a:pPr latinLnBrk="1"/>
                      <a:endParaRPr lang="ko-KR" altLang="en-US"/>
                    </a:p>
                  </a:txBody>
                  <a:tcPr/>
                </a:tc>
                <a:tc vMerge="1">
                  <a:txBody>
                    <a:bodyPr/>
                    <a:lstStyle/>
                    <a:p>
                      <a:pPr latinLnBrk="1"/>
                      <a:endParaRPr lang="ko-KR" altLang="en-US"/>
                    </a:p>
                  </a:txBody>
                  <a:tcPr/>
                </a:tc>
                <a:tc>
                  <a:txBody>
                    <a:bodyPr/>
                    <a:lstStyle/>
                    <a:p>
                      <a:pPr algn="l" fontAlgn="ctr"/>
                      <a:r>
                        <a:rPr lang="en-US" sz="1000" u="none" strike="noStrike" dirty="0">
                          <a:effectLst/>
                        </a:rPr>
                        <a:t>SSD-DPL-10020</a:t>
                      </a:r>
                      <a:endParaRPr lang="en-US" sz="10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a:effectLst/>
                        </a:rPr>
                        <a:t>DTN user utilites</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3348250998"/>
                  </a:ext>
                </a:extLst>
              </a:tr>
              <a:tr h="136203">
                <a:tc vMerge="1">
                  <a:txBody>
                    <a:bodyPr/>
                    <a:lstStyle/>
                    <a:p>
                      <a:pPr latinLnBrk="1"/>
                      <a:endParaRPr lang="ko-KR" altLang="en-US"/>
                    </a:p>
                  </a:txBody>
                  <a:tcPr/>
                </a:tc>
                <a:tc vMerge="1">
                  <a:txBody>
                    <a:bodyPr/>
                    <a:lstStyle/>
                    <a:p>
                      <a:pPr latinLnBrk="1"/>
                      <a:endParaRPr lang="ko-KR" altLang="en-US"/>
                    </a:p>
                  </a:txBody>
                  <a:tcPr/>
                </a:tc>
                <a:tc>
                  <a:txBody>
                    <a:bodyPr/>
                    <a:lstStyle/>
                    <a:p>
                      <a:pPr algn="l" fontAlgn="ctr"/>
                      <a:r>
                        <a:rPr lang="en-US" sz="1000" u="none" strike="noStrike" dirty="0">
                          <a:effectLst/>
                        </a:rPr>
                        <a:t>SSD-DPL-10030</a:t>
                      </a:r>
                      <a:endParaRPr lang="en-US" sz="10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a:effectLst/>
                        </a:rPr>
                        <a:t>DTNPL modes</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3230774219"/>
                  </a:ext>
                </a:extLst>
              </a:tr>
              <a:tr h="136203">
                <a:tc vMerge="1">
                  <a:txBody>
                    <a:bodyPr/>
                    <a:lstStyle/>
                    <a:p>
                      <a:pPr latinLnBrk="1"/>
                      <a:endParaRPr lang="ko-KR" altLang="en-US"/>
                    </a:p>
                  </a:txBody>
                  <a:tcPr/>
                </a:tc>
                <a:tc vMerge="1">
                  <a:txBody>
                    <a:bodyPr/>
                    <a:lstStyle/>
                    <a:p>
                      <a:pPr latinLnBrk="1"/>
                      <a:endParaRPr lang="ko-KR" altLang="en-US"/>
                    </a:p>
                  </a:txBody>
                  <a:tcPr/>
                </a:tc>
                <a:tc>
                  <a:txBody>
                    <a:bodyPr/>
                    <a:lstStyle/>
                    <a:p>
                      <a:pPr algn="l" fontAlgn="ctr"/>
                      <a:r>
                        <a:rPr lang="en-US" sz="1000" u="none" strike="noStrike" dirty="0">
                          <a:effectLst/>
                        </a:rPr>
                        <a:t>SSD-DPL-10040</a:t>
                      </a:r>
                      <a:endParaRPr lang="en-US" sz="10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a:effectLst/>
                        </a:rPr>
                        <a:t>DTN end point mode</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2251936802"/>
                  </a:ext>
                </a:extLst>
              </a:tr>
              <a:tr h="136203">
                <a:tc rowSpan="4">
                  <a:txBody>
                    <a:bodyPr/>
                    <a:lstStyle/>
                    <a:p>
                      <a:pPr algn="l" fontAlgn="ctr"/>
                      <a:r>
                        <a:rPr lang="en-US" sz="800" u="none" strike="noStrike">
                          <a:effectLst/>
                        </a:rPr>
                        <a:t>DTN-070</a:t>
                      </a:r>
                      <a:endParaRPr lang="en-US" sz="8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l" fontAlgn="ctr"/>
                      <a:r>
                        <a:rPr lang="en-US" sz="1000" u="none" strike="noStrike">
                          <a:effectLst/>
                        </a:rPr>
                        <a:t>BPM round trip</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dirty="0">
                          <a:effectLst/>
                        </a:rPr>
                        <a:t>SSD-DPL-10010</a:t>
                      </a:r>
                      <a:endParaRPr lang="en-US" sz="10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dirty="0">
                          <a:effectLst/>
                        </a:rPr>
                        <a:t>DTN protocols</a:t>
                      </a:r>
                      <a:endParaRPr lang="en-US" sz="10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dirty="0">
                          <a:effectLst/>
                        </a:rPr>
                        <a:t>　</a:t>
                      </a:r>
                      <a:endParaRPr lang="ko-KR" altLang="en-US" sz="10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en-US" sz="1000" u="none" strike="noStrike">
                          <a:effectLst/>
                        </a:rPr>
                        <a:t>T</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3779149"/>
                  </a:ext>
                </a:extLst>
              </a:tr>
              <a:tr h="136203">
                <a:tc vMerge="1">
                  <a:txBody>
                    <a:bodyPr/>
                    <a:lstStyle/>
                    <a:p>
                      <a:pPr latinLnBrk="1"/>
                      <a:endParaRPr lang="ko-KR" altLang="en-US"/>
                    </a:p>
                  </a:txBody>
                  <a:tcPr/>
                </a:tc>
                <a:tc vMerge="1">
                  <a:txBody>
                    <a:bodyPr/>
                    <a:lstStyle/>
                    <a:p>
                      <a:pPr latinLnBrk="1"/>
                      <a:endParaRPr lang="ko-KR" altLang="en-US"/>
                    </a:p>
                  </a:txBody>
                  <a:tcPr/>
                </a:tc>
                <a:tc>
                  <a:txBody>
                    <a:bodyPr/>
                    <a:lstStyle/>
                    <a:p>
                      <a:pPr algn="l" fontAlgn="ctr"/>
                      <a:r>
                        <a:rPr lang="en-US" sz="1000" u="none" strike="noStrike" dirty="0">
                          <a:effectLst/>
                        </a:rPr>
                        <a:t>SSD-DPL-10020</a:t>
                      </a:r>
                      <a:endParaRPr lang="en-US" sz="10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dirty="0">
                          <a:effectLst/>
                        </a:rPr>
                        <a:t>DTN user </a:t>
                      </a:r>
                      <a:r>
                        <a:rPr lang="en-US" sz="1000" u="none" strike="noStrike" dirty="0" err="1">
                          <a:effectLst/>
                        </a:rPr>
                        <a:t>utilites</a:t>
                      </a:r>
                      <a:endParaRPr lang="en-US" sz="10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1932691472"/>
                  </a:ext>
                </a:extLst>
              </a:tr>
              <a:tr h="136203">
                <a:tc vMerge="1">
                  <a:txBody>
                    <a:bodyPr/>
                    <a:lstStyle/>
                    <a:p>
                      <a:pPr latinLnBrk="1"/>
                      <a:endParaRPr lang="ko-KR" altLang="en-US"/>
                    </a:p>
                  </a:txBody>
                  <a:tcPr/>
                </a:tc>
                <a:tc vMerge="1">
                  <a:txBody>
                    <a:bodyPr/>
                    <a:lstStyle/>
                    <a:p>
                      <a:pPr latinLnBrk="1"/>
                      <a:endParaRPr lang="ko-KR" altLang="en-US"/>
                    </a:p>
                  </a:txBody>
                  <a:tcPr/>
                </a:tc>
                <a:tc>
                  <a:txBody>
                    <a:bodyPr/>
                    <a:lstStyle/>
                    <a:p>
                      <a:pPr algn="l" fontAlgn="ctr"/>
                      <a:r>
                        <a:rPr lang="en-US" sz="1000" u="none" strike="noStrike">
                          <a:effectLst/>
                        </a:rPr>
                        <a:t>SSD-DPL-10030</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dirty="0">
                          <a:effectLst/>
                        </a:rPr>
                        <a:t>DTNPL modes</a:t>
                      </a:r>
                      <a:endParaRPr lang="en-US" sz="10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2307966440"/>
                  </a:ext>
                </a:extLst>
              </a:tr>
              <a:tr h="136203">
                <a:tc vMerge="1">
                  <a:txBody>
                    <a:bodyPr/>
                    <a:lstStyle/>
                    <a:p>
                      <a:pPr latinLnBrk="1"/>
                      <a:endParaRPr lang="ko-KR" altLang="en-US"/>
                    </a:p>
                  </a:txBody>
                  <a:tcPr/>
                </a:tc>
                <a:tc vMerge="1">
                  <a:txBody>
                    <a:bodyPr/>
                    <a:lstStyle/>
                    <a:p>
                      <a:pPr latinLnBrk="1"/>
                      <a:endParaRPr lang="ko-KR" altLang="en-US"/>
                    </a:p>
                  </a:txBody>
                  <a:tcPr/>
                </a:tc>
                <a:tc>
                  <a:txBody>
                    <a:bodyPr/>
                    <a:lstStyle/>
                    <a:p>
                      <a:pPr algn="l" fontAlgn="ctr"/>
                      <a:r>
                        <a:rPr lang="en-US" sz="1000" u="none" strike="noStrike">
                          <a:effectLst/>
                        </a:rPr>
                        <a:t>SSD-DPL-10050</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dirty="0">
                          <a:effectLst/>
                        </a:rPr>
                        <a:t>DTN way point mode</a:t>
                      </a:r>
                      <a:endParaRPr lang="en-US" sz="10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3050521384"/>
                  </a:ext>
                </a:extLst>
              </a:tr>
              <a:tr h="136203">
                <a:tc rowSpan="4">
                  <a:txBody>
                    <a:bodyPr/>
                    <a:lstStyle/>
                    <a:p>
                      <a:pPr algn="l" fontAlgn="ctr"/>
                      <a:r>
                        <a:rPr lang="en-US" sz="800" u="none" strike="noStrike">
                          <a:effectLst/>
                        </a:rPr>
                        <a:t>DTN-080</a:t>
                      </a:r>
                      <a:endParaRPr lang="en-US" sz="8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l" fontAlgn="ctr"/>
                      <a:r>
                        <a:rPr lang="en-US" sz="1000" u="none" strike="noStrike">
                          <a:effectLst/>
                        </a:rPr>
                        <a:t>CFDP round trip</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a:effectLst/>
                        </a:rPr>
                        <a:t>SSD-DPL-10010</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a:effectLst/>
                        </a:rPr>
                        <a:t>DTN protocols</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dirty="0">
                          <a:effectLst/>
                        </a:rPr>
                        <a:t>　</a:t>
                      </a:r>
                      <a:endParaRPr lang="ko-KR" altLang="en-US" sz="10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en-US" sz="1000" u="none" strike="noStrike">
                          <a:effectLst/>
                        </a:rPr>
                        <a:t>T</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15521802"/>
                  </a:ext>
                </a:extLst>
              </a:tr>
              <a:tr h="136203">
                <a:tc vMerge="1">
                  <a:txBody>
                    <a:bodyPr/>
                    <a:lstStyle/>
                    <a:p>
                      <a:pPr latinLnBrk="1"/>
                      <a:endParaRPr lang="ko-KR" altLang="en-US"/>
                    </a:p>
                  </a:txBody>
                  <a:tcPr/>
                </a:tc>
                <a:tc vMerge="1">
                  <a:txBody>
                    <a:bodyPr/>
                    <a:lstStyle/>
                    <a:p>
                      <a:pPr latinLnBrk="1"/>
                      <a:endParaRPr lang="ko-KR" altLang="en-US"/>
                    </a:p>
                  </a:txBody>
                  <a:tcPr/>
                </a:tc>
                <a:tc>
                  <a:txBody>
                    <a:bodyPr/>
                    <a:lstStyle/>
                    <a:p>
                      <a:pPr algn="l" fontAlgn="ctr"/>
                      <a:r>
                        <a:rPr lang="en-US" sz="1000" u="none" strike="noStrike">
                          <a:effectLst/>
                        </a:rPr>
                        <a:t>SSD-DPL-10020</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dirty="0">
                          <a:effectLst/>
                        </a:rPr>
                        <a:t>DTN user </a:t>
                      </a:r>
                      <a:r>
                        <a:rPr lang="en-US" sz="1000" u="none" strike="noStrike" dirty="0" err="1">
                          <a:effectLst/>
                        </a:rPr>
                        <a:t>utilites</a:t>
                      </a:r>
                      <a:endParaRPr lang="en-US" sz="10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1412484860"/>
                  </a:ext>
                </a:extLst>
              </a:tr>
              <a:tr h="136203">
                <a:tc vMerge="1">
                  <a:txBody>
                    <a:bodyPr/>
                    <a:lstStyle/>
                    <a:p>
                      <a:pPr latinLnBrk="1"/>
                      <a:endParaRPr lang="ko-KR" altLang="en-US"/>
                    </a:p>
                  </a:txBody>
                  <a:tcPr/>
                </a:tc>
                <a:tc vMerge="1">
                  <a:txBody>
                    <a:bodyPr/>
                    <a:lstStyle/>
                    <a:p>
                      <a:pPr latinLnBrk="1"/>
                      <a:endParaRPr lang="ko-KR" altLang="en-US"/>
                    </a:p>
                  </a:txBody>
                  <a:tcPr/>
                </a:tc>
                <a:tc>
                  <a:txBody>
                    <a:bodyPr/>
                    <a:lstStyle/>
                    <a:p>
                      <a:pPr algn="l" fontAlgn="ctr"/>
                      <a:r>
                        <a:rPr lang="en-US" sz="1000" u="none" strike="noStrike">
                          <a:effectLst/>
                        </a:rPr>
                        <a:t>SSD-DPL-10030</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dirty="0">
                          <a:effectLst/>
                        </a:rPr>
                        <a:t>DTNPL modes</a:t>
                      </a:r>
                      <a:endParaRPr lang="en-US" sz="10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1160844792"/>
                  </a:ext>
                </a:extLst>
              </a:tr>
              <a:tr h="136203">
                <a:tc vMerge="1">
                  <a:txBody>
                    <a:bodyPr/>
                    <a:lstStyle/>
                    <a:p>
                      <a:pPr latinLnBrk="1"/>
                      <a:endParaRPr lang="ko-KR" altLang="en-US"/>
                    </a:p>
                  </a:txBody>
                  <a:tcPr/>
                </a:tc>
                <a:tc vMerge="1">
                  <a:txBody>
                    <a:bodyPr/>
                    <a:lstStyle/>
                    <a:p>
                      <a:pPr latinLnBrk="1"/>
                      <a:endParaRPr lang="ko-KR" altLang="en-US"/>
                    </a:p>
                  </a:txBody>
                  <a:tcPr/>
                </a:tc>
                <a:tc>
                  <a:txBody>
                    <a:bodyPr/>
                    <a:lstStyle/>
                    <a:p>
                      <a:pPr algn="l" fontAlgn="ctr"/>
                      <a:r>
                        <a:rPr lang="en-US" sz="1000" u="none" strike="noStrike">
                          <a:effectLst/>
                        </a:rPr>
                        <a:t>SSD-DPL-10050</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dirty="0">
                          <a:effectLst/>
                        </a:rPr>
                        <a:t>DTN way point mode</a:t>
                      </a:r>
                      <a:endParaRPr lang="en-US" sz="10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1379851584"/>
                  </a:ext>
                </a:extLst>
              </a:tr>
              <a:tr h="136203">
                <a:tc rowSpan="4">
                  <a:txBody>
                    <a:bodyPr/>
                    <a:lstStyle/>
                    <a:p>
                      <a:pPr algn="l" fontAlgn="ctr"/>
                      <a:r>
                        <a:rPr lang="en-US" sz="800" u="none" strike="noStrike" dirty="0">
                          <a:effectLst/>
                        </a:rPr>
                        <a:t>DTN-090</a:t>
                      </a:r>
                      <a:endParaRPr lang="en-US" sz="8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l" fontAlgn="ctr"/>
                      <a:r>
                        <a:rPr lang="en-US" sz="1000" u="none" strike="noStrike">
                          <a:effectLst/>
                        </a:rPr>
                        <a:t>BSS downlink</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a:effectLst/>
                        </a:rPr>
                        <a:t>SSD-DPL-10010</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a:effectLst/>
                        </a:rPr>
                        <a:t>DTN protocols</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en-US" sz="1000" u="none" strike="noStrike">
                          <a:effectLst/>
                        </a:rPr>
                        <a:t>T</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dirty="0">
                          <a:effectLst/>
                        </a:rPr>
                        <a:t>　</a:t>
                      </a:r>
                      <a:endParaRPr lang="ko-KR" altLang="en-US" sz="10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4">
                  <a:txBody>
                    <a:bodyPr/>
                    <a:lstStyle/>
                    <a:p>
                      <a:pPr algn="ctr" fontAlgn="ctr"/>
                      <a:r>
                        <a:rPr lang="ko-KR" altLang="en-US" sz="1000" u="none" strike="noStrike">
                          <a:effectLst/>
                        </a:rPr>
                        <a:t>　</a:t>
                      </a:r>
                      <a:endParaRPr lang="ko-KR" alt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65991373"/>
                  </a:ext>
                </a:extLst>
              </a:tr>
              <a:tr h="136203">
                <a:tc vMerge="1">
                  <a:txBody>
                    <a:bodyPr/>
                    <a:lstStyle/>
                    <a:p>
                      <a:pPr latinLnBrk="1"/>
                      <a:endParaRPr lang="ko-KR" altLang="en-US"/>
                    </a:p>
                  </a:txBody>
                  <a:tcPr/>
                </a:tc>
                <a:tc vMerge="1">
                  <a:txBody>
                    <a:bodyPr/>
                    <a:lstStyle/>
                    <a:p>
                      <a:pPr latinLnBrk="1"/>
                      <a:endParaRPr lang="ko-KR" altLang="en-US"/>
                    </a:p>
                  </a:txBody>
                  <a:tcPr/>
                </a:tc>
                <a:tc>
                  <a:txBody>
                    <a:bodyPr/>
                    <a:lstStyle/>
                    <a:p>
                      <a:pPr algn="l" fontAlgn="ctr"/>
                      <a:r>
                        <a:rPr lang="en-US" sz="1000" u="none" strike="noStrike">
                          <a:effectLst/>
                        </a:rPr>
                        <a:t>SSD-DPL-10020</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dirty="0">
                          <a:effectLst/>
                        </a:rPr>
                        <a:t>DTN user </a:t>
                      </a:r>
                      <a:r>
                        <a:rPr lang="en-US" sz="1000" u="none" strike="noStrike" dirty="0" err="1">
                          <a:effectLst/>
                        </a:rPr>
                        <a:t>utilites</a:t>
                      </a:r>
                      <a:endParaRPr lang="en-US" sz="10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3167163268"/>
                  </a:ext>
                </a:extLst>
              </a:tr>
              <a:tr h="136203">
                <a:tc vMerge="1">
                  <a:txBody>
                    <a:bodyPr/>
                    <a:lstStyle/>
                    <a:p>
                      <a:pPr latinLnBrk="1"/>
                      <a:endParaRPr lang="ko-KR" altLang="en-US"/>
                    </a:p>
                  </a:txBody>
                  <a:tcPr/>
                </a:tc>
                <a:tc vMerge="1">
                  <a:txBody>
                    <a:bodyPr/>
                    <a:lstStyle/>
                    <a:p>
                      <a:pPr latinLnBrk="1"/>
                      <a:endParaRPr lang="ko-KR" altLang="en-US"/>
                    </a:p>
                  </a:txBody>
                  <a:tcPr/>
                </a:tc>
                <a:tc>
                  <a:txBody>
                    <a:bodyPr/>
                    <a:lstStyle/>
                    <a:p>
                      <a:pPr algn="l" fontAlgn="ctr"/>
                      <a:r>
                        <a:rPr lang="en-US" sz="1000" u="none" strike="noStrike">
                          <a:effectLst/>
                        </a:rPr>
                        <a:t>SSD-DPL-10030</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dirty="0">
                          <a:effectLst/>
                        </a:rPr>
                        <a:t>DTNPL modes</a:t>
                      </a:r>
                      <a:endParaRPr lang="en-US" sz="10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2281121742"/>
                  </a:ext>
                </a:extLst>
              </a:tr>
              <a:tr h="136203">
                <a:tc vMerge="1">
                  <a:txBody>
                    <a:bodyPr/>
                    <a:lstStyle/>
                    <a:p>
                      <a:pPr latinLnBrk="1"/>
                      <a:endParaRPr lang="ko-KR" altLang="en-US"/>
                    </a:p>
                  </a:txBody>
                  <a:tcPr/>
                </a:tc>
                <a:tc vMerge="1">
                  <a:txBody>
                    <a:bodyPr/>
                    <a:lstStyle/>
                    <a:p>
                      <a:pPr latinLnBrk="1"/>
                      <a:endParaRPr lang="ko-KR" altLang="en-US"/>
                    </a:p>
                  </a:txBody>
                  <a:tcPr/>
                </a:tc>
                <a:tc>
                  <a:txBody>
                    <a:bodyPr/>
                    <a:lstStyle/>
                    <a:p>
                      <a:pPr algn="l" fontAlgn="ctr"/>
                      <a:r>
                        <a:rPr lang="en-US" sz="1000" u="none" strike="noStrike">
                          <a:effectLst/>
                        </a:rPr>
                        <a:t>SSD-DPL-10040</a:t>
                      </a:r>
                      <a:endParaRPr lang="en-US" sz="1000" b="0" i="0" u="none" strike="noStrike">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000" u="none" strike="noStrike" dirty="0">
                          <a:effectLst/>
                        </a:rPr>
                        <a:t>DTN end point mode</a:t>
                      </a:r>
                      <a:endParaRPr lang="en-US" sz="1000" b="0" i="0" u="none" strike="noStrike" dirty="0">
                        <a:effectLst/>
                        <a:latin typeface="Arial" panose="020B0604020202020204" pitchFamily="34" charset="0"/>
                        <a:ea typeface="돋움" panose="020B0600000101010101" pitchFamily="50" charset="-127"/>
                      </a:endParaRPr>
                    </a:p>
                  </a:txBody>
                  <a:tcPr marL="7169" marR="7169" marT="716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2753486985"/>
                  </a:ext>
                </a:extLst>
              </a:tr>
            </a:tbl>
          </a:graphicData>
        </a:graphic>
      </p:graphicFrame>
    </p:spTree>
    <p:extLst>
      <p:ext uri="{BB962C8B-B14F-4D97-AF65-F5344CB8AC3E}">
        <p14:creationId xmlns:p14="http://schemas.microsoft.com/office/powerpoint/2010/main" val="2396194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006F49C-22CD-4B26-BB54-E2BC9294D9A8}"/>
              </a:ext>
            </a:extLst>
          </p:cNvPr>
          <p:cNvSpPr>
            <a:spLocks noGrp="1"/>
          </p:cNvSpPr>
          <p:nvPr>
            <p:ph type="title"/>
          </p:nvPr>
        </p:nvSpPr>
        <p:spPr/>
        <p:txBody>
          <a:bodyPr/>
          <a:lstStyle/>
          <a:p>
            <a:r>
              <a:rPr lang="en-US" altLang="ko-KR" dirty="0" smtClean="0"/>
              <a:t>3. Test</a:t>
            </a:r>
            <a:r>
              <a:rPr lang="ko-KR" altLang="en-US" dirty="0" smtClean="0"/>
              <a:t> </a:t>
            </a:r>
            <a:r>
              <a:rPr lang="en-US" altLang="ko-KR" dirty="0" smtClean="0"/>
              <a:t>Configuration (1/2)</a:t>
            </a:r>
            <a:endParaRPr lang="ko-KR" altLang="en-US" dirty="0"/>
          </a:p>
        </p:txBody>
      </p:sp>
      <p:sp>
        <p:nvSpPr>
          <p:cNvPr id="3" name="내용 개체 틀 2">
            <a:extLst>
              <a:ext uri="{FF2B5EF4-FFF2-40B4-BE49-F238E27FC236}">
                <a16:creationId xmlns:a16="http://schemas.microsoft.com/office/drawing/2014/main" id="{4827EF78-8597-40FA-9511-FEAA6213F0CE}"/>
              </a:ext>
            </a:extLst>
          </p:cNvPr>
          <p:cNvSpPr>
            <a:spLocks noGrp="1"/>
          </p:cNvSpPr>
          <p:nvPr>
            <p:ph idx="1"/>
          </p:nvPr>
        </p:nvSpPr>
        <p:spPr/>
        <p:txBody>
          <a:bodyPr/>
          <a:lstStyle/>
          <a:p>
            <a:r>
              <a:rPr lang="en-US" altLang="ko-KR" dirty="0" smtClean="0"/>
              <a:t>Step </a:t>
            </a:r>
            <a:r>
              <a:rPr lang="en-US" altLang="ko-KR" dirty="0"/>
              <a:t>#</a:t>
            </a:r>
            <a:r>
              <a:rPr lang="en-US" altLang="ko-KR" dirty="0" smtClean="0"/>
              <a:t>01 </a:t>
            </a:r>
            <a:r>
              <a:rPr lang="en-US" altLang="ko-KR" dirty="0"/>
              <a:t>– </a:t>
            </a:r>
            <a:r>
              <a:rPr lang="en-US" altLang="ko-KR" dirty="0" smtClean="0"/>
              <a:t>Logic Test</a:t>
            </a:r>
          </a:p>
          <a:p>
            <a:pPr lvl="1"/>
            <a:r>
              <a:rPr lang="en-US" altLang="ko-KR" dirty="0" smtClean="0"/>
              <a:t>Check DTN operation in the KPLO ETB</a:t>
            </a:r>
          </a:p>
          <a:p>
            <a:pPr lvl="1"/>
            <a:r>
              <a:rPr lang="en-US" altLang="ko-KR" dirty="0" smtClean="0"/>
              <a:t>ITOS without DTN nodes</a:t>
            </a:r>
            <a:endParaRPr lang="ko-KR" altLang="en-US" dirty="0"/>
          </a:p>
        </p:txBody>
      </p:sp>
      <p:sp>
        <p:nvSpPr>
          <p:cNvPr id="4" name="슬라이드 번호 개체 틀 3">
            <a:extLst>
              <a:ext uri="{FF2B5EF4-FFF2-40B4-BE49-F238E27FC236}">
                <a16:creationId xmlns:a16="http://schemas.microsoft.com/office/drawing/2014/main" id="{AD1C0C4E-B04A-47FE-98A0-6A1DB4B469AB}"/>
              </a:ext>
            </a:extLst>
          </p:cNvPr>
          <p:cNvSpPr>
            <a:spLocks noGrp="1"/>
          </p:cNvSpPr>
          <p:nvPr>
            <p:ph type="sldNum" sz="quarter" idx="4"/>
          </p:nvPr>
        </p:nvSpPr>
        <p:spPr/>
        <p:txBody>
          <a:bodyPr/>
          <a:lstStyle/>
          <a:p>
            <a:fld id="{5FF3941A-8195-4E1C-AD48-53675AE8B136}" type="slidenum">
              <a:rPr lang="en-US" altLang="ko-KR" smtClean="0"/>
              <a:pPr/>
              <a:t>5</a:t>
            </a:fld>
            <a:endParaRPr lang="en-US" altLang="ko-KR" dirty="0"/>
          </a:p>
        </p:txBody>
      </p:sp>
      <p:pic>
        <p:nvPicPr>
          <p:cNvPr id="6" name="그림 5"/>
          <p:cNvPicPr>
            <a:picLocks noChangeAspect="1"/>
          </p:cNvPicPr>
          <p:nvPr/>
        </p:nvPicPr>
        <p:blipFill>
          <a:blip r:embed="rId2"/>
          <a:stretch>
            <a:fillRect/>
          </a:stretch>
        </p:blipFill>
        <p:spPr>
          <a:xfrm>
            <a:off x="388508" y="2057085"/>
            <a:ext cx="7567868" cy="4371591"/>
          </a:xfrm>
          <a:prstGeom prst="rect">
            <a:avLst/>
          </a:prstGeom>
        </p:spPr>
      </p:pic>
      <p:pic>
        <p:nvPicPr>
          <p:cNvPr id="7" name="그림 6"/>
          <p:cNvPicPr>
            <a:picLocks noChangeAspect="1"/>
          </p:cNvPicPr>
          <p:nvPr/>
        </p:nvPicPr>
        <p:blipFill>
          <a:blip r:embed="rId3"/>
          <a:stretch>
            <a:fillRect/>
          </a:stretch>
        </p:blipFill>
        <p:spPr>
          <a:xfrm>
            <a:off x="6980063" y="4886305"/>
            <a:ext cx="1952625" cy="1343025"/>
          </a:xfrm>
          <a:prstGeom prst="rect">
            <a:avLst/>
          </a:prstGeom>
        </p:spPr>
      </p:pic>
    </p:spTree>
    <p:extLst>
      <p:ext uri="{BB962C8B-B14F-4D97-AF65-F5344CB8AC3E}">
        <p14:creationId xmlns:p14="http://schemas.microsoft.com/office/powerpoint/2010/main" val="467691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006F49C-22CD-4B26-BB54-E2BC9294D9A8}"/>
              </a:ext>
            </a:extLst>
          </p:cNvPr>
          <p:cNvSpPr>
            <a:spLocks noGrp="1"/>
          </p:cNvSpPr>
          <p:nvPr>
            <p:ph type="title"/>
          </p:nvPr>
        </p:nvSpPr>
        <p:spPr/>
        <p:txBody>
          <a:bodyPr/>
          <a:lstStyle/>
          <a:p>
            <a:r>
              <a:rPr lang="en-US" altLang="ko-KR" dirty="0" smtClean="0"/>
              <a:t>3. Test</a:t>
            </a:r>
            <a:r>
              <a:rPr lang="ko-KR" altLang="en-US" dirty="0" smtClean="0"/>
              <a:t> </a:t>
            </a:r>
            <a:r>
              <a:rPr lang="en-US" altLang="ko-KR" dirty="0" smtClean="0"/>
              <a:t>Configuration (2/2)</a:t>
            </a:r>
            <a:endParaRPr lang="ko-KR" altLang="en-US" dirty="0"/>
          </a:p>
        </p:txBody>
      </p:sp>
      <p:sp>
        <p:nvSpPr>
          <p:cNvPr id="3" name="내용 개체 틀 2">
            <a:extLst>
              <a:ext uri="{FF2B5EF4-FFF2-40B4-BE49-F238E27FC236}">
                <a16:creationId xmlns:a16="http://schemas.microsoft.com/office/drawing/2014/main" id="{4827EF78-8597-40FA-9511-FEAA6213F0CE}"/>
              </a:ext>
            </a:extLst>
          </p:cNvPr>
          <p:cNvSpPr>
            <a:spLocks noGrp="1"/>
          </p:cNvSpPr>
          <p:nvPr>
            <p:ph idx="1"/>
          </p:nvPr>
        </p:nvSpPr>
        <p:spPr/>
        <p:txBody>
          <a:bodyPr/>
          <a:lstStyle/>
          <a:p>
            <a:r>
              <a:rPr lang="en-US" altLang="ko-KR" dirty="0" smtClean="0"/>
              <a:t>Step </a:t>
            </a:r>
            <a:r>
              <a:rPr lang="en-US" altLang="ko-KR" dirty="0"/>
              <a:t>#</a:t>
            </a:r>
            <a:r>
              <a:rPr lang="en-US" altLang="ko-KR" dirty="0" smtClean="0"/>
              <a:t>02 </a:t>
            </a:r>
            <a:r>
              <a:rPr lang="en-US" altLang="ko-KR" dirty="0"/>
              <a:t>– </a:t>
            </a:r>
            <a:r>
              <a:rPr lang="en-US" altLang="ko-KR" dirty="0" smtClean="0"/>
              <a:t>Logic Test</a:t>
            </a:r>
          </a:p>
          <a:p>
            <a:pPr lvl="1"/>
            <a:r>
              <a:rPr lang="en-US" altLang="ko-KR" dirty="0" smtClean="0"/>
              <a:t>Check DTN operation in the KPLO ETB</a:t>
            </a:r>
          </a:p>
          <a:p>
            <a:pPr lvl="1"/>
            <a:r>
              <a:rPr lang="en-US" altLang="ko-KR" dirty="0" smtClean="0"/>
              <a:t>ITOS with DTN nodes (DTN nodes #1 and #2)</a:t>
            </a:r>
            <a:endParaRPr lang="ko-KR" altLang="en-US" dirty="0"/>
          </a:p>
        </p:txBody>
      </p:sp>
      <p:sp>
        <p:nvSpPr>
          <p:cNvPr id="4" name="슬라이드 번호 개체 틀 3">
            <a:extLst>
              <a:ext uri="{FF2B5EF4-FFF2-40B4-BE49-F238E27FC236}">
                <a16:creationId xmlns:a16="http://schemas.microsoft.com/office/drawing/2014/main" id="{AD1C0C4E-B04A-47FE-98A0-6A1DB4B469AB}"/>
              </a:ext>
            </a:extLst>
          </p:cNvPr>
          <p:cNvSpPr>
            <a:spLocks noGrp="1"/>
          </p:cNvSpPr>
          <p:nvPr>
            <p:ph type="sldNum" sz="quarter" idx="4"/>
          </p:nvPr>
        </p:nvSpPr>
        <p:spPr/>
        <p:txBody>
          <a:bodyPr/>
          <a:lstStyle/>
          <a:p>
            <a:fld id="{5FF3941A-8195-4E1C-AD48-53675AE8B136}" type="slidenum">
              <a:rPr lang="en-US" altLang="ko-KR" smtClean="0"/>
              <a:pPr/>
              <a:t>6</a:t>
            </a:fld>
            <a:endParaRPr lang="en-US" altLang="ko-KR" dirty="0"/>
          </a:p>
        </p:txBody>
      </p:sp>
      <p:pic>
        <p:nvPicPr>
          <p:cNvPr id="7" name="그림 6"/>
          <p:cNvPicPr>
            <a:picLocks noChangeAspect="1"/>
          </p:cNvPicPr>
          <p:nvPr/>
        </p:nvPicPr>
        <p:blipFill>
          <a:blip r:embed="rId2"/>
          <a:stretch>
            <a:fillRect/>
          </a:stretch>
        </p:blipFill>
        <p:spPr>
          <a:xfrm>
            <a:off x="7081879" y="4886305"/>
            <a:ext cx="1952625" cy="1343025"/>
          </a:xfrm>
          <a:prstGeom prst="rect">
            <a:avLst/>
          </a:prstGeom>
        </p:spPr>
      </p:pic>
      <p:pic>
        <p:nvPicPr>
          <p:cNvPr id="8" name="그림 7"/>
          <p:cNvPicPr>
            <a:picLocks noChangeAspect="1"/>
          </p:cNvPicPr>
          <p:nvPr/>
        </p:nvPicPr>
        <p:blipFill>
          <a:blip r:embed="rId3"/>
          <a:stretch>
            <a:fillRect/>
          </a:stretch>
        </p:blipFill>
        <p:spPr>
          <a:xfrm>
            <a:off x="395536" y="2096605"/>
            <a:ext cx="7488832" cy="4325934"/>
          </a:xfrm>
          <a:prstGeom prst="rect">
            <a:avLst/>
          </a:prstGeom>
        </p:spPr>
      </p:pic>
    </p:spTree>
    <p:extLst>
      <p:ext uri="{BB962C8B-B14F-4D97-AF65-F5344CB8AC3E}">
        <p14:creationId xmlns:p14="http://schemas.microsoft.com/office/powerpoint/2010/main" val="3663367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256C3F7-E0C3-4EC0-ADBE-46CA1AD4721B}"/>
              </a:ext>
            </a:extLst>
          </p:cNvPr>
          <p:cNvSpPr>
            <a:spLocks noGrp="1"/>
          </p:cNvSpPr>
          <p:nvPr>
            <p:ph type="title"/>
          </p:nvPr>
        </p:nvSpPr>
        <p:spPr/>
        <p:txBody>
          <a:bodyPr/>
          <a:lstStyle/>
          <a:p>
            <a:r>
              <a:rPr lang="en-US" altLang="ko-KR" dirty="0" smtClean="0"/>
              <a:t>4. Test Schedule</a:t>
            </a:r>
            <a:endParaRPr lang="ko-KR" altLang="en-US" dirty="0"/>
          </a:p>
        </p:txBody>
      </p:sp>
      <p:sp>
        <p:nvSpPr>
          <p:cNvPr id="4" name="슬라이드 번호 개체 틀 3">
            <a:extLst>
              <a:ext uri="{FF2B5EF4-FFF2-40B4-BE49-F238E27FC236}">
                <a16:creationId xmlns:a16="http://schemas.microsoft.com/office/drawing/2014/main" id="{5DA843D4-7EDF-4650-9AFD-EF01F030C885}"/>
              </a:ext>
            </a:extLst>
          </p:cNvPr>
          <p:cNvSpPr>
            <a:spLocks noGrp="1"/>
          </p:cNvSpPr>
          <p:nvPr>
            <p:ph type="sldNum" sz="quarter" idx="4"/>
          </p:nvPr>
        </p:nvSpPr>
        <p:spPr/>
        <p:txBody>
          <a:bodyPr/>
          <a:lstStyle/>
          <a:p>
            <a:fld id="{5FF3941A-8195-4E1C-AD48-53675AE8B136}" type="slidenum">
              <a:rPr lang="en-US" altLang="ko-KR" smtClean="0"/>
              <a:pPr/>
              <a:t>7</a:t>
            </a:fld>
            <a:endParaRPr lang="en-US" altLang="ko-KR" dirty="0"/>
          </a:p>
        </p:txBody>
      </p:sp>
      <p:sp>
        <p:nvSpPr>
          <p:cNvPr id="12" name="내용 개체 틀 4">
            <a:extLst>
              <a:ext uri="{FF2B5EF4-FFF2-40B4-BE49-F238E27FC236}">
                <a16:creationId xmlns:a16="http://schemas.microsoft.com/office/drawing/2014/main" id="{E6BE4626-9FEE-4537-B704-FE4E7FD9A309}"/>
              </a:ext>
            </a:extLst>
          </p:cNvPr>
          <p:cNvSpPr>
            <a:spLocks noGrp="1"/>
          </p:cNvSpPr>
          <p:nvPr>
            <p:ph idx="1"/>
          </p:nvPr>
        </p:nvSpPr>
        <p:spPr>
          <a:xfrm>
            <a:off x="188133" y="980728"/>
            <a:ext cx="8784976" cy="5358590"/>
          </a:xfrm>
        </p:spPr>
        <p:txBody>
          <a:bodyPr/>
          <a:lstStyle/>
          <a:p>
            <a:r>
              <a:rPr lang="en-US" altLang="ko-KR" dirty="0" smtClean="0"/>
              <a:t>Step </a:t>
            </a:r>
            <a:r>
              <a:rPr lang="en-US" altLang="ko-KR" dirty="0" smtClean="0"/>
              <a:t>#</a:t>
            </a:r>
            <a:r>
              <a:rPr lang="en-US" altLang="ko-KR" dirty="0" smtClean="0"/>
              <a:t>01 </a:t>
            </a:r>
            <a:r>
              <a:rPr lang="en-US" altLang="ko-KR" dirty="0" smtClean="0"/>
              <a:t>Logic Test</a:t>
            </a:r>
          </a:p>
          <a:p>
            <a:pPr lvl="1"/>
            <a:r>
              <a:rPr lang="en-US" altLang="ko-KR" dirty="0" smtClean="0"/>
              <a:t>To be performed on </a:t>
            </a:r>
            <a:r>
              <a:rPr lang="en-US" altLang="ko-KR" dirty="0" smtClean="0"/>
              <a:t>Sep. 10~11</a:t>
            </a:r>
            <a:endParaRPr lang="en-US" altLang="ko-KR" dirty="0" smtClean="0"/>
          </a:p>
          <a:p>
            <a:r>
              <a:rPr lang="en-US" altLang="ko-KR" dirty="0" smtClean="0"/>
              <a:t>Step #</a:t>
            </a:r>
            <a:r>
              <a:rPr lang="en-US" altLang="ko-KR" dirty="0" smtClean="0"/>
              <a:t>02 </a:t>
            </a:r>
            <a:r>
              <a:rPr lang="en-US" altLang="ko-KR" dirty="0" smtClean="0"/>
              <a:t>Logic Test</a:t>
            </a:r>
          </a:p>
          <a:p>
            <a:pPr lvl="1"/>
            <a:r>
              <a:rPr lang="en-US" altLang="ko-KR" dirty="0" smtClean="0"/>
              <a:t>TBD</a:t>
            </a:r>
            <a:endParaRPr lang="en-US" altLang="ko-KR" dirty="0"/>
          </a:p>
        </p:txBody>
      </p:sp>
    </p:spTree>
    <p:extLst>
      <p:ext uri="{BB962C8B-B14F-4D97-AF65-F5344CB8AC3E}">
        <p14:creationId xmlns:p14="http://schemas.microsoft.com/office/powerpoint/2010/main" val="1059034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3884CA1-E99E-4120-8E8F-AC8FEB764102}"/>
              </a:ext>
            </a:extLst>
          </p:cNvPr>
          <p:cNvSpPr>
            <a:spLocks noGrp="1"/>
          </p:cNvSpPr>
          <p:nvPr>
            <p:ph type="title"/>
          </p:nvPr>
        </p:nvSpPr>
        <p:spPr/>
        <p:txBody>
          <a:bodyPr/>
          <a:lstStyle/>
          <a:p>
            <a:r>
              <a:rPr lang="en-US" altLang="ko-KR" dirty="0" smtClean="0"/>
              <a:t>5. </a:t>
            </a:r>
            <a:r>
              <a:rPr lang="en-US" altLang="ko-KR" dirty="0"/>
              <a:t>Test Member</a:t>
            </a:r>
            <a:endParaRPr lang="ko-KR" altLang="en-US" dirty="0"/>
          </a:p>
        </p:txBody>
      </p:sp>
      <p:sp>
        <p:nvSpPr>
          <p:cNvPr id="3" name="내용 개체 틀 2">
            <a:extLst>
              <a:ext uri="{FF2B5EF4-FFF2-40B4-BE49-F238E27FC236}">
                <a16:creationId xmlns:a16="http://schemas.microsoft.com/office/drawing/2014/main" id="{99840BB2-6995-4C14-9DA1-61244DE5DF91}"/>
              </a:ext>
            </a:extLst>
          </p:cNvPr>
          <p:cNvSpPr>
            <a:spLocks noGrp="1"/>
          </p:cNvSpPr>
          <p:nvPr>
            <p:ph idx="1"/>
          </p:nvPr>
        </p:nvSpPr>
        <p:spPr/>
        <p:txBody>
          <a:bodyPr/>
          <a:lstStyle/>
          <a:p>
            <a:r>
              <a:rPr lang="en-US" altLang="ko-KR" dirty="0"/>
              <a:t>DTNPL RLE (Responsible Leading Engineer)</a:t>
            </a:r>
          </a:p>
          <a:p>
            <a:pPr lvl="1"/>
            <a:r>
              <a:rPr lang="ko-KR" altLang="en-US" dirty="0"/>
              <a:t>조진호</a:t>
            </a:r>
            <a:r>
              <a:rPr lang="en-US" altLang="ko-KR" dirty="0"/>
              <a:t>(ETRI)</a:t>
            </a:r>
          </a:p>
          <a:p>
            <a:r>
              <a:rPr lang="en-US" altLang="ko-KR" dirty="0"/>
              <a:t>DTNPL TLE (Task Leading Engineer)</a:t>
            </a:r>
          </a:p>
          <a:p>
            <a:pPr lvl="1"/>
            <a:r>
              <a:rPr lang="ko-KR" altLang="en-US" dirty="0"/>
              <a:t>이경락</a:t>
            </a:r>
            <a:r>
              <a:rPr lang="en-US" altLang="ko-KR" dirty="0"/>
              <a:t>(ETRI)</a:t>
            </a:r>
          </a:p>
          <a:p>
            <a:r>
              <a:rPr lang="en-US" altLang="ko-KR" dirty="0"/>
              <a:t>DTNPL Test Engineer</a:t>
            </a:r>
          </a:p>
          <a:p>
            <a:pPr lvl="1"/>
            <a:r>
              <a:rPr lang="ko-KR" altLang="en-US" dirty="0"/>
              <a:t>최상림</a:t>
            </a:r>
            <a:r>
              <a:rPr lang="en-US" altLang="ko-KR" dirty="0"/>
              <a:t>(</a:t>
            </a:r>
            <a:r>
              <a:rPr lang="ko-KR" altLang="en-US" dirty="0" err="1"/>
              <a:t>루미르</a:t>
            </a:r>
            <a:r>
              <a:rPr lang="en-US" altLang="ko-KR" dirty="0"/>
              <a:t>), </a:t>
            </a:r>
            <a:r>
              <a:rPr lang="ko-KR" altLang="en-US" dirty="0"/>
              <a:t>김선구</a:t>
            </a:r>
            <a:r>
              <a:rPr lang="en-US" altLang="ko-KR" dirty="0"/>
              <a:t>(</a:t>
            </a:r>
            <a:r>
              <a:rPr lang="ko-KR" altLang="en-US" dirty="0" err="1"/>
              <a:t>루미르</a:t>
            </a:r>
            <a:r>
              <a:rPr lang="en-US" altLang="ko-KR" dirty="0"/>
              <a:t>) </a:t>
            </a:r>
          </a:p>
          <a:p>
            <a:r>
              <a:rPr lang="en-US" altLang="ko-KR" dirty="0"/>
              <a:t>KPLO ETB Operator</a:t>
            </a:r>
          </a:p>
          <a:p>
            <a:pPr lvl="1"/>
            <a:r>
              <a:rPr lang="en-US" altLang="ko-KR" dirty="0"/>
              <a:t>TBD</a:t>
            </a:r>
          </a:p>
          <a:p>
            <a:endParaRPr lang="ko-KR" altLang="en-US" dirty="0"/>
          </a:p>
        </p:txBody>
      </p:sp>
      <p:sp>
        <p:nvSpPr>
          <p:cNvPr id="4" name="슬라이드 번호 개체 틀 3">
            <a:extLst>
              <a:ext uri="{FF2B5EF4-FFF2-40B4-BE49-F238E27FC236}">
                <a16:creationId xmlns:a16="http://schemas.microsoft.com/office/drawing/2014/main" id="{6164B173-4076-4328-BA1A-85566FCF458D}"/>
              </a:ext>
            </a:extLst>
          </p:cNvPr>
          <p:cNvSpPr>
            <a:spLocks noGrp="1"/>
          </p:cNvSpPr>
          <p:nvPr>
            <p:ph type="sldNum" sz="quarter" idx="4"/>
          </p:nvPr>
        </p:nvSpPr>
        <p:spPr/>
        <p:txBody>
          <a:bodyPr/>
          <a:lstStyle/>
          <a:p>
            <a:fld id="{5FF3941A-8195-4E1C-AD48-53675AE8B136}" type="slidenum">
              <a:rPr lang="en-US" altLang="ko-KR" smtClean="0"/>
              <a:pPr/>
              <a:t>8</a:t>
            </a:fld>
            <a:endParaRPr lang="en-US" altLang="ko-KR" dirty="0"/>
          </a:p>
        </p:txBody>
      </p:sp>
    </p:spTree>
    <p:extLst>
      <p:ext uri="{BB962C8B-B14F-4D97-AF65-F5344CB8AC3E}">
        <p14:creationId xmlns:p14="http://schemas.microsoft.com/office/powerpoint/2010/main" val="752512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F1F1590-CFDA-47F6-B687-68EF58C06C60}"/>
              </a:ext>
            </a:extLst>
          </p:cNvPr>
          <p:cNvSpPr>
            <a:spLocks noGrp="1"/>
          </p:cNvSpPr>
          <p:nvPr>
            <p:ph type="title"/>
          </p:nvPr>
        </p:nvSpPr>
        <p:spPr/>
        <p:txBody>
          <a:bodyPr/>
          <a:lstStyle/>
          <a:p>
            <a:r>
              <a:rPr lang="en-US" altLang="ko-KR" dirty="0" smtClean="0"/>
              <a:t>6. </a:t>
            </a:r>
            <a:r>
              <a:rPr lang="en-US" altLang="ko-KR" dirty="0"/>
              <a:t>Documentation Status</a:t>
            </a:r>
            <a:endParaRPr lang="ko-KR" altLang="en-US" dirty="0"/>
          </a:p>
        </p:txBody>
      </p:sp>
      <p:sp>
        <p:nvSpPr>
          <p:cNvPr id="3" name="내용 개체 틀 2">
            <a:extLst>
              <a:ext uri="{FF2B5EF4-FFF2-40B4-BE49-F238E27FC236}">
                <a16:creationId xmlns:a16="http://schemas.microsoft.com/office/drawing/2014/main" id="{67E937A0-70FD-4B21-A35B-7B24811FE995}"/>
              </a:ext>
            </a:extLst>
          </p:cNvPr>
          <p:cNvSpPr>
            <a:spLocks noGrp="1"/>
          </p:cNvSpPr>
          <p:nvPr>
            <p:ph idx="1"/>
          </p:nvPr>
        </p:nvSpPr>
        <p:spPr>
          <a:xfrm>
            <a:off x="188133" y="980728"/>
            <a:ext cx="8784976" cy="3384376"/>
          </a:xfrm>
        </p:spPr>
        <p:txBody>
          <a:bodyPr/>
          <a:lstStyle/>
          <a:p>
            <a:r>
              <a:rPr lang="en-US" altLang="ko-KR" dirty="0"/>
              <a:t>Test Procedure</a:t>
            </a:r>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p:txBody>
      </p:sp>
      <p:sp>
        <p:nvSpPr>
          <p:cNvPr id="4" name="슬라이드 번호 개체 틀 3">
            <a:extLst>
              <a:ext uri="{FF2B5EF4-FFF2-40B4-BE49-F238E27FC236}">
                <a16:creationId xmlns:a16="http://schemas.microsoft.com/office/drawing/2014/main" id="{09119D2D-6B25-458C-9B78-F0A1DBEDE3E0}"/>
              </a:ext>
            </a:extLst>
          </p:cNvPr>
          <p:cNvSpPr>
            <a:spLocks noGrp="1"/>
          </p:cNvSpPr>
          <p:nvPr>
            <p:ph type="sldNum" sz="quarter" idx="4"/>
          </p:nvPr>
        </p:nvSpPr>
        <p:spPr/>
        <p:txBody>
          <a:bodyPr/>
          <a:lstStyle/>
          <a:p>
            <a:fld id="{5FF3941A-8195-4E1C-AD48-53675AE8B136}" type="slidenum">
              <a:rPr lang="en-US" altLang="ko-KR" smtClean="0"/>
              <a:pPr/>
              <a:t>9</a:t>
            </a:fld>
            <a:endParaRPr lang="en-US" altLang="ko-KR" dirty="0"/>
          </a:p>
        </p:txBody>
      </p:sp>
      <p:graphicFrame>
        <p:nvGraphicFramePr>
          <p:cNvPr id="5" name="Group 529">
            <a:extLst>
              <a:ext uri="{FF2B5EF4-FFF2-40B4-BE49-F238E27FC236}">
                <a16:creationId xmlns:a16="http://schemas.microsoft.com/office/drawing/2014/main" id="{68EF8BF3-340F-42C1-AF89-3DD1E3FA306E}"/>
              </a:ext>
            </a:extLst>
          </p:cNvPr>
          <p:cNvGraphicFramePr>
            <a:graphicFrameLocks/>
          </p:cNvGraphicFramePr>
          <p:nvPr>
            <p:extLst>
              <p:ext uri="{D42A27DB-BD31-4B8C-83A1-F6EECF244321}">
                <p14:modId xmlns:p14="http://schemas.microsoft.com/office/powerpoint/2010/main" val="1972508415"/>
              </p:ext>
            </p:extLst>
          </p:nvPr>
        </p:nvGraphicFramePr>
        <p:xfrm>
          <a:off x="233364" y="1436031"/>
          <a:ext cx="8666163" cy="571500"/>
        </p:xfrm>
        <a:graphic>
          <a:graphicData uri="http://schemas.openxmlformats.org/drawingml/2006/table">
            <a:tbl>
              <a:tblPr/>
              <a:tblGrid>
                <a:gridCol w="3658152">
                  <a:extLst>
                    <a:ext uri="{9D8B030D-6E8A-4147-A177-3AD203B41FA5}">
                      <a16:colId xmlns:a16="http://schemas.microsoft.com/office/drawing/2014/main" val="20000"/>
                    </a:ext>
                  </a:extLst>
                </a:gridCol>
                <a:gridCol w="1499191">
                  <a:extLst>
                    <a:ext uri="{9D8B030D-6E8A-4147-A177-3AD203B41FA5}">
                      <a16:colId xmlns:a16="http://schemas.microsoft.com/office/drawing/2014/main" val="20001"/>
                    </a:ext>
                  </a:extLst>
                </a:gridCol>
                <a:gridCol w="1233377">
                  <a:extLst>
                    <a:ext uri="{9D8B030D-6E8A-4147-A177-3AD203B41FA5}">
                      <a16:colId xmlns:a16="http://schemas.microsoft.com/office/drawing/2014/main" val="20002"/>
                    </a:ext>
                  </a:extLst>
                </a:gridCol>
                <a:gridCol w="797442">
                  <a:extLst>
                    <a:ext uri="{9D8B030D-6E8A-4147-A177-3AD203B41FA5}">
                      <a16:colId xmlns:a16="http://schemas.microsoft.com/office/drawing/2014/main" val="20003"/>
                    </a:ext>
                  </a:extLst>
                </a:gridCol>
                <a:gridCol w="1478001">
                  <a:extLst>
                    <a:ext uri="{9D8B030D-6E8A-4147-A177-3AD203B41FA5}">
                      <a16:colId xmlns:a16="http://schemas.microsoft.com/office/drawing/2014/main" val="20004"/>
                    </a:ext>
                  </a:extLst>
                </a:gridCol>
              </a:tblGrid>
              <a:tr h="292100">
                <a:tc>
                  <a:txBody>
                    <a:bodyPr/>
                    <a:lstStyle>
                      <a:lvl1pPr marL="190500" indent="-190500" algn="l" eaLnBrk="0" hangingPunct="0">
                        <a:spcBef>
                          <a:spcPct val="20000"/>
                        </a:spcBef>
                        <a:defRPr kumimoji="1" sz="1600" b="1">
                          <a:solidFill>
                            <a:schemeClr val="tx1"/>
                          </a:solidFill>
                          <a:latin typeface="Arial" panose="020B0604020202020204" pitchFamily="34" charset="0"/>
                          <a:ea typeface="굴림" panose="020B0600000101010101" pitchFamily="50" charset="-127"/>
                        </a:defRPr>
                      </a:lvl1pPr>
                      <a:lvl2pPr marL="742950" indent="-28575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2pPr>
                      <a:lvl3pPr marL="1143000" indent="-22860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3pPr>
                      <a:lvl4pPr marL="16002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4pPr>
                      <a:lvl5pPr marL="20574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9pPr>
                    </a:lstStyle>
                    <a:p>
                      <a:pPr marL="190500" marR="0" lvl="0" indent="-190500" algn="ctr" defTabSz="914400" rtl="0" eaLnBrk="0" fontAlgn="ctr" latinLnBrk="1" hangingPunct="0">
                        <a:lnSpc>
                          <a:spcPct val="100000"/>
                        </a:lnSpc>
                        <a:spcBef>
                          <a:spcPct val="0"/>
                        </a:spcBef>
                        <a:spcAft>
                          <a:spcPct val="0"/>
                        </a:spcAft>
                        <a:buClrTx/>
                        <a:buSzTx/>
                        <a:buFontTx/>
                        <a:buNone/>
                        <a:tabLst/>
                      </a:pPr>
                      <a:r>
                        <a:rPr kumimoji="1" lang="en-US" altLang="ko-KR" sz="1000" b="1" i="0" u="none" strike="noStrike" cap="none" normalizeH="0" baseline="0" dirty="0">
                          <a:ln>
                            <a:noFill/>
                          </a:ln>
                          <a:solidFill>
                            <a:schemeClr val="tx1"/>
                          </a:solidFill>
                          <a:effectLst/>
                          <a:latin typeface="Arial" panose="020B0604020202020204" pitchFamily="34" charset="0"/>
                          <a:ea typeface="돋움" panose="020B0600000101010101" pitchFamily="50" charset="-127"/>
                        </a:rPr>
                        <a:t>Document Title</a:t>
                      </a:r>
                      <a:endParaRPr kumimoji="1" lang="en-US" altLang="ko-KR" sz="1000" b="1" i="0" u="none" strike="noStrike" cap="none" normalizeH="0" baseline="0" dirty="0">
                        <a:ln>
                          <a:noFill/>
                        </a:ln>
                        <a:solidFill>
                          <a:schemeClr val="tx1"/>
                        </a:solidFill>
                        <a:effectLst/>
                        <a:latin typeface="굴림" panose="020B0600000101010101" pitchFamily="50" charset="-127"/>
                        <a:ea typeface="굴림" panose="020B0600000101010101" pitchFamily="50" charset="-127"/>
                      </a:endParaRPr>
                    </a:p>
                  </a:txBody>
                  <a:tcPr anchor="ctr" horzOverflow="overflow">
                    <a:lnL w="28575" cap="flat" cmpd="sng" algn="ctr">
                      <a:solidFill>
                        <a:schemeClr val="tx1"/>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99"/>
                    </a:solidFill>
                  </a:tcPr>
                </a:tc>
                <a:tc>
                  <a:txBody>
                    <a:bodyPr/>
                    <a:lstStyle>
                      <a:lvl1pPr marL="190500" indent="-190500" algn="l" eaLnBrk="0" hangingPunct="0">
                        <a:spcBef>
                          <a:spcPct val="20000"/>
                        </a:spcBef>
                        <a:defRPr kumimoji="1" sz="1600" b="1">
                          <a:solidFill>
                            <a:schemeClr val="tx1"/>
                          </a:solidFill>
                          <a:latin typeface="Arial" panose="020B0604020202020204" pitchFamily="34" charset="0"/>
                          <a:ea typeface="굴림" panose="020B0600000101010101" pitchFamily="50" charset="-127"/>
                        </a:defRPr>
                      </a:lvl1pPr>
                      <a:lvl2pPr marL="742950" indent="-28575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2pPr>
                      <a:lvl3pPr marL="1143000" indent="-22860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3pPr>
                      <a:lvl4pPr marL="16002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4pPr>
                      <a:lvl5pPr marL="20574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9pPr>
                    </a:lstStyle>
                    <a:p>
                      <a:pPr marL="190500" marR="0" lvl="0" indent="-190500" algn="ctr" defTabSz="914400" rtl="0" eaLnBrk="0" fontAlgn="ctr" latinLnBrk="1" hangingPunct="0">
                        <a:lnSpc>
                          <a:spcPct val="100000"/>
                        </a:lnSpc>
                        <a:spcBef>
                          <a:spcPct val="0"/>
                        </a:spcBef>
                        <a:spcAft>
                          <a:spcPct val="0"/>
                        </a:spcAft>
                        <a:buClrTx/>
                        <a:buSzTx/>
                        <a:buFontTx/>
                        <a:buNone/>
                        <a:tabLst/>
                      </a:pPr>
                      <a:r>
                        <a:rPr kumimoji="1" lang="en-US" altLang="ko-KR" sz="1000" b="1" i="0" u="none" strike="noStrike" cap="none" normalizeH="0" baseline="0">
                          <a:ln>
                            <a:noFill/>
                          </a:ln>
                          <a:solidFill>
                            <a:schemeClr val="tx1"/>
                          </a:solidFill>
                          <a:effectLst/>
                          <a:latin typeface="Arial" panose="020B0604020202020204" pitchFamily="34" charset="0"/>
                          <a:ea typeface="돋움" panose="020B0600000101010101" pitchFamily="50" charset="-127"/>
                        </a:rPr>
                        <a:t>CM Number</a:t>
                      </a:r>
                      <a:endParaRPr kumimoji="1" lang="en-US" altLang="ko-KR" sz="1000" b="1" i="0" u="none" strike="noStrike" cap="none" normalizeH="0" baseline="0">
                        <a:ln>
                          <a:noFill/>
                        </a:ln>
                        <a:solidFill>
                          <a:schemeClr val="tx1"/>
                        </a:solidFill>
                        <a:effectLst/>
                        <a:latin typeface="굴림" panose="020B0600000101010101" pitchFamily="50" charset="-127"/>
                        <a:ea typeface="굴림" panose="020B0600000101010101" pitchFamily="50" charset="-127"/>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99"/>
                    </a:solidFill>
                  </a:tcPr>
                </a:tc>
                <a:tc>
                  <a:txBody>
                    <a:bodyPr/>
                    <a:lstStyle>
                      <a:lvl1pPr algn="l" eaLnBrk="0" hangingPunct="0">
                        <a:spcBef>
                          <a:spcPct val="20000"/>
                        </a:spcBef>
                        <a:defRPr kumimoji="1" sz="1600" b="1">
                          <a:solidFill>
                            <a:schemeClr val="tx1"/>
                          </a:solidFill>
                          <a:latin typeface="Arial" panose="020B0604020202020204" pitchFamily="34" charset="0"/>
                          <a:ea typeface="굴림" panose="020B0600000101010101" pitchFamily="50" charset="-127"/>
                        </a:defRPr>
                      </a:lvl1pPr>
                      <a:lvl2pPr marL="742950" indent="-28575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2pPr>
                      <a:lvl3pPr marL="1143000" indent="-22860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3pPr>
                      <a:lvl4pPr marL="16002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4pPr>
                      <a:lvl5pPr marL="20574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9pPr>
                    </a:lstStyle>
                    <a:p>
                      <a:pPr marL="0" marR="0" lvl="0" indent="0" algn="ctr" defTabSz="914400" rtl="0" eaLnBrk="0" fontAlgn="ctr" latinLnBrk="1" hangingPunct="0">
                        <a:lnSpc>
                          <a:spcPct val="100000"/>
                        </a:lnSpc>
                        <a:spcBef>
                          <a:spcPct val="0"/>
                        </a:spcBef>
                        <a:spcAft>
                          <a:spcPct val="0"/>
                        </a:spcAft>
                        <a:buClrTx/>
                        <a:buSzTx/>
                        <a:buFontTx/>
                        <a:buNone/>
                        <a:tabLst/>
                      </a:pPr>
                      <a:r>
                        <a:rPr kumimoji="1" lang="en-US" altLang="ko-KR" sz="1000" b="1" i="0" u="none" strike="noStrike" cap="none" normalizeH="0" baseline="0">
                          <a:ln>
                            <a:noFill/>
                          </a:ln>
                          <a:solidFill>
                            <a:schemeClr val="tx1"/>
                          </a:solidFill>
                          <a:effectLst/>
                          <a:latin typeface="Arial" panose="020B0604020202020204" pitchFamily="34" charset="0"/>
                          <a:ea typeface="돋움" panose="020B0600000101010101" pitchFamily="50" charset="-127"/>
                        </a:rPr>
                        <a:t>Released Date</a:t>
                      </a:r>
                      <a:endParaRPr kumimoji="1" lang="en-US" altLang="ko-KR" sz="1000" b="1" i="0" u="none" strike="noStrike" cap="none" normalizeH="0" baseline="0">
                        <a:ln>
                          <a:noFill/>
                        </a:ln>
                        <a:solidFill>
                          <a:schemeClr val="tx1"/>
                        </a:solidFill>
                        <a:effectLst/>
                        <a:latin typeface="굴림" panose="020B0600000101010101" pitchFamily="50" charset="-127"/>
                        <a:ea typeface="굴림" panose="020B0600000101010101" pitchFamily="50" charset="-127"/>
                      </a:endParaRPr>
                    </a:p>
                  </a:txBody>
                  <a:tcPr anchor="ct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99"/>
                    </a:solidFill>
                  </a:tcPr>
                </a:tc>
                <a:tc>
                  <a:txBody>
                    <a:bodyPr/>
                    <a:lstStyle>
                      <a:lvl1pPr algn="l" eaLnBrk="0" hangingPunct="0">
                        <a:spcBef>
                          <a:spcPct val="20000"/>
                        </a:spcBef>
                        <a:defRPr kumimoji="1" sz="1600" b="1">
                          <a:solidFill>
                            <a:schemeClr val="tx1"/>
                          </a:solidFill>
                          <a:latin typeface="Arial" panose="020B0604020202020204" pitchFamily="34" charset="0"/>
                          <a:ea typeface="굴림" panose="020B0600000101010101" pitchFamily="50" charset="-127"/>
                        </a:defRPr>
                      </a:lvl1pPr>
                      <a:lvl2pPr marL="742950" indent="-28575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2pPr>
                      <a:lvl3pPr marL="1143000" indent="-22860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3pPr>
                      <a:lvl4pPr marL="16002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4pPr>
                      <a:lvl5pPr marL="20574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9pPr>
                    </a:lstStyle>
                    <a:p>
                      <a:pPr marL="0" marR="0" lvl="0" indent="0" algn="ctr" defTabSz="914400" rtl="0" eaLnBrk="0" fontAlgn="ctr" latinLnBrk="1" hangingPunct="0">
                        <a:lnSpc>
                          <a:spcPct val="100000"/>
                        </a:lnSpc>
                        <a:spcBef>
                          <a:spcPct val="0"/>
                        </a:spcBef>
                        <a:spcAft>
                          <a:spcPct val="0"/>
                        </a:spcAft>
                        <a:buClrTx/>
                        <a:buSzTx/>
                        <a:buFontTx/>
                        <a:buNone/>
                        <a:tabLst/>
                      </a:pPr>
                      <a:r>
                        <a:rPr kumimoji="1" lang="en-US" altLang="ko-KR" sz="1000" b="1" i="0" u="none" strike="noStrike" cap="none" normalizeH="0" baseline="0">
                          <a:ln>
                            <a:noFill/>
                          </a:ln>
                          <a:solidFill>
                            <a:schemeClr val="tx1"/>
                          </a:solidFill>
                          <a:effectLst/>
                          <a:latin typeface="Arial" panose="020B0604020202020204" pitchFamily="34" charset="0"/>
                          <a:ea typeface="굴림" panose="020B0600000101010101" pitchFamily="50" charset="-127"/>
                        </a:rPr>
                        <a:t>Issue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99"/>
                    </a:solidFill>
                  </a:tcPr>
                </a:tc>
                <a:tc>
                  <a:txBody>
                    <a:bodyPr/>
                    <a:lstStyle>
                      <a:lvl1pPr algn="l" eaLnBrk="0" hangingPunct="0">
                        <a:spcBef>
                          <a:spcPct val="20000"/>
                        </a:spcBef>
                        <a:defRPr kumimoji="1" sz="1600" b="1">
                          <a:solidFill>
                            <a:schemeClr val="tx1"/>
                          </a:solidFill>
                          <a:latin typeface="Arial" panose="020B0604020202020204" pitchFamily="34" charset="0"/>
                          <a:ea typeface="굴림" panose="020B0600000101010101" pitchFamily="50" charset="-127"/>
                        </a:defRPr>
                      </a:lvl1pPr>
                      <a:lvl2pPr marL="742950" indent="-28575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2pPr>
                      <a:lvl3pPr marL="1143000" indent="-22860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3pPr>
                      <a:lvl4pPr marL="16002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4pPr>
                      <a:lvl5pPr marL="20574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9pPr>
                    </a:lstStyle>
                    <a:p>
                      <a:pPr marL="0" marR="0" lvl="0" indent="0" algn="ctr" defTabSz="914400" rtl="0" eaLnBrk="0" fontAlgn="ctr" latinLnBrk="1" hangingPunct="0">
                        <a:lnSpc>
                          <a:spcPct val="100000"/>
                        </a:lnSpc>
                        <a:spcBef>
                          <a:spcPct val="0"/>
                        </a:spcBef>
                        <a:spcAft>
                          <a:spcPct val="0"/>
                        </a:spcAft>
                        <a:buClrTx/>
                        <a:buSzTx/>
                        <a:buFontTx/>
                        <a:buNone/>
                        <a:tabLst/>
                      </a:pPr>
                      <a:r>
                        <a:rPr kumimoji="1" lang="en-US" altLang="ko-KR" sz="1000" b="1" i="0" u="none" strike="noStrike" cap="none" normalizeH="0" baseline="0" dirty="0">
                          <a:ln>
                            <a:noFill/>
                          </a:ln>
                          <a:solidFill>
                            <a:schemeClr val="tx1"/>
                          </a:solidFill>
                          <a:effectLst/>
                          <a:latin typeface="Arial" panose="020B0604020202020204" pitchFamily="34" charset="0"/>
                          <a:ea typeface="굴림" panose="020B0600000101010101" pitchFamily="50" charset="-127"/>
                        </a:rPr>
                        <a:t>Status</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99"/>
                    </a:solidFill>
                  </a:tcPr>
                </a:tc>
                <a:extLst>
                  <a:ext uri="{0D108BD9-81ED-4DB2-BD59-A6C34878D82A}">
                    <a16:rowId xmlns:a16="http://schemas.microsoft.com/office/drawing/2014/main" val="10000"/>
                  </a:ext>
                </a:extLst>
              </a:tr>
              <a:tr h="279400">
                <a:tc>
                  <a:txBody>
                    <a:bodyPr/>
                    <a:lstStyle/>
                    <a:p>
                      <a:pPr marL="0" marR="0" lvl="0" indent="0" algn="l" defTabSz="914400" rtl="0" eaLnBrk="0" fontAlgn="ctr" latinLnBrk="1" hangingPunct="0">
                        <a:lnSpc>
                          <a:spcPct val="100000"/>
                        </a:lnSpc>
                        <a:spcBef>
                          <a:spcPct val="0"/>
                        </a:spcBef>
                        <a:spcAft>
                          <a:spcPct val="0"/>
                        </a:spcAft>
                        <a:buClrTx/>
                        <a:buSzTx/>
                        <a:buFontTx/>
                        <a:buNone/>
                        <a:tabLst/>
                      </a:pPr>
                      <a:r>
                        <a:rPr kumimoji="1" lang="en-US" altLang="ko-KR" sz="1200" b="1" i="0" u="none" strike="noStrike" cap="none" normalizeH="0" baseline="0" dirty="0" smtClean="0">
                          <a:ln>
                            <a:noFill/>
                          </a:ln>
                          <a:solidFill>
                            <a:schemeClr val="tx1"/>
                          </a:solidFill>
                          <a:effectLst/>
                          <a:latin typeface="Arial" panose="020B0604020202020204" pitchFamily="34" charset="0"/>
                          <a:ea typeface="굴림" panose="020B0600000101010101" pitchFamily="50" charset="-127"/>
                        </a:rPr>
                        <a:t>KPLO ETB DTNPL Test Procedure</a:t>
                      </a:r>
                      <a:endParaRPr kumimoji="1" lang="ko-KR" altLang="en-US" sz="1200" b="1" i="0" u="none" strike="noStrike" cap="none" normalizeH="0" baseline="0" dirty="0">
                        <a:ln>
                          <a:noFill/>
                        </a:ln>
                        <a:solidFill>
                          <a:schemeClr val="tx1"/>
                        </a:solidFill>
                        <a:effectLst/>
                        <a:latin typeface="Arial" panose="020B0604020202020204" pitchFamily="34" charset="0"/>
                        <a:ea typeface="굴림" panose="020B0600000101010101" pitchFamily="50" charset="-127"/>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190500" marR="0" lvl="0" indent="-190500" algn="ctr" defTabSz="914400" rtl="0" eaLnBrk="0" fontAlgn="ctr" latinLnBrk="1" hangingPunct="0">
                        <a:lnSpc>
                          <a:spcPct val="100000"/>
                        </a:lnSpc>
                        <a:spcBef>
                          <a:spcPct val="0"/>
                        </a:spcBef>
                        <a:spcAft>
                          <a:spcPct val="0"/>
                        </a:spcAft>
                        <a:buClrTx/>
                        <a:buSzTx/>
                        <a:buFontTx/>
                        <a:buNone/>
                        <a:tabLst/>
                      </a:pPr>
                      <a:r>
                        <a:rPr kumimoji="1" lang="en-US" altLang="ko-KR" sz="1200" b="1" kern="1200" dirty="0" smtClean="0">
                          <a:solidFill>
                            <a:schemeClr val="tx1"/>
                          </a:solidFill>
                          <a:latin typeface="Arial" panose="020B0604020202020204" pitchFamily="34" charset="0"/>
                          <a:ea typeface="굴림" panose="020B0600000101010101" pitchFamily="50" charset="-127"/>
                          <a:cs typeface="+mn-cs"/>
                        </a:rPr>
                        <a:t>KPLO-D0-550-212</a:t>
                      </a:r>
                      <a:endParaRPr kumimoji="1" lang="en-US" altLang="ko-KR" sz="1200" b="1" kern="1200" dirty="0">
                        <a:solidFill>
                          <a:schemeClr val="tx1"/>
                        </a:solidFill>
                        <a:latin typeface="Arial" panose="020B0604020202020204" pitchFamily="34" charset="0"/>
                        <a:ea typeface="굴림" panose="020B0600000101010101" pitchFamily="50" charset="-127"/>
                        <a:cs typeface="+mn-cs"/>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190500" marR="0" lvl="0" indent="-190500" algn="ctr" defTabSz="914400" rtl="0" eaLnBrk="0" fontAlgn="ctr" latinLnBrk="1" hangingPunct="0">
                        <a:lnSpc>
                          <a:spcPct val="100000"/>
                        </a:lnSpc>
                        <a:spcBef>
                          <a:spcPct val="0"/>
                        </a:spcBef>
                        <a:spcAft>
                          <a:spcPct val="0"/>
                        </a:spcAft>
                        <a:buClrTx/>
                        <a:buSzTx/>
                        <a:buFontTx/>
                        <a:buNone/>
                        <a:tabLst/>
                      </a:pPr>
                      <a:r>
                        <a:rPr kumimoji="1" lang="en-US" altLang="ko-KR" sz="1200" b="1" kern="1200" dirty="0" smtClean="0">
                          <a:solidFill>
                            <a:schemeClr val="tx1"/>
                          </a:solidFill>
                          <a:latin typeface="Arial" panose="020B0604020202020204" pitchFamily="34" charset="0"/>
                          <a:ea typeface="굴림" panose="020B0600000101010101" pitchFamily="50" charset="-127"/>
                          <a:cs typeface="+mn-cs"/>
                        </a:rPr>
                        <a:t>2020.8.28</a:t>
                      </a:r>
                      <a:endParaRPr kumimoji="1" lang="en-US" altLang="ko-KR" sz="1200" b="1" kern="1200" dirty="0">
                        <a:solidFill>
                          <a:schemeClr val="tx1"/>
                        </a:solidFill>
                        <a:latin typeface="Arial" panose="020B0604020202020204" pitchFamily="34" charset="0"/>
                        <a:ea typeface="굴림" panose="020B0600000101010101" pitchFamily="50" charset="-127"/>
                        <a:cs typeface="+mn-cs"/>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ctr" latinLnBrk="1" hangingPunct="0">
                        <a:lnSpc>
                          <a:spcPct val="100000"/>
                        </a:lnSpc>
                        <a:spcBef>
                          <a:spcPct val="0"/>
                        </a:spcBef>
                        <a:spcAft>
                          <a:spcPct val="0"/>
                        </a:spcAft>
                        <a:buClrTx/>
                        <a:buSzTx/>
                        <a:buFontTx/>
                        <a:buNone/>
                        <a:tabLst/>
                      </a:pPr>
                      <a:r>
                        <a:rPr kumimoji="1" lang="en-US" altLang="ko-KR" sz="1200" b="1" kern="1200" dirty="0" smtClean="0">
                          <a:solidFill>
                            <a:schemeClr val="tx1"/>
                          </a:solidFill>
                          <a:latin typeface="Arial" panose="020B0604020202020204" pitchFamily="34" charset="0"/>
                          <a:ea typeface="굴림" panose="020B0600000101010101" pitchFamily="50" charset="-127"/>
                          <a:cs typeface="+mn-cs"/>
                        </a:rPr>
                        <a:t>D.01</a:t>
                      </a:r>
                      <a:endParaRPr kumimoji="1" lang="en-US" altLang="ko-KR" sz="1200" b="1" kern="1200" dirty="0">
                        <a:solidFill>
                          <a:schemeClr val="tx1"/>
                        </a:solidFill>
                        <a:latin typeface="Arial" panose="020B0604020202020204" pitchFamily="34" charset="0"/>
                        <a:ea typeface="굴림" panose="020B0600000101010101" pitchFamily="50" charset="-127"/>
                        <a:cs typeface="+mn-cs"/>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ctr" latinLnBrk="1" hangingPunct="0">
                        <a:lnSpc>
                          <a:spcPct val="100000"/>
                        </a:lnSpc>
                        <a:spcBef>
                          <a:spcPct val="0"/>
                        </a:spcBef>
                        <a:spcAft>
                          <a:spcPct val="0"/>
                        </a:spcAft>
                        <a:buClrTx/>
                        <a:buSzTx/>
                        <a:buFontTx/>
                        <a:buNone/>
                        <a:tabLst/>
                        <a:defRPr/>
                      </a:pPr>
                      <a:r>
                        <a:rPr kumimoji="1" lang="en-US" altLang="ko-KR" sz="1200" b="1" kern="1200" dirty="0" smtClean="0">
                          <a:solidFill>
                            <a:schemeClr val="tx1"/>
                          </a:solidFill>
                          <a:latin typeface="Arial" panose="020B0604020202020204" pitchFamily="34" charset="0"/>
                          <a:ea typeface="굴림" panose="020B0600000101010101" pitchFamily="50" charset="-127"/>
                          <a:cs typeface="+mn-cs"/>
                        </a:rPr>
                        <a:t>Prepared</a:t>
                      </a:r>
                      <a:endParaRPr kumimoji="1" lang="en-US" altLang="ko-KR" sz="1200" b="1" kern="1200" dirty="0">
                        <a:solidFill>
                          <a:schemeClr val="tx1"/>
                        </a:solidFill>
                        <a:latin typeface="Arial" panose="020B0604020202020204" pitchFamily="34" charset="0"/>
                        <a:ea typeface="굴림" panose="020B0600000101010101" pitchFamily="50" charset="-127"/>
                        <a:cs typeface="+mn-cs"/>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9" name="직사각형 8">
            <a:extLst>
              <a:ext uri="{FF2B5EF4-FFF2-40B4-BE49-F238E27FC236}">
                <a16:creationId xmlns:a16="http://schemas.microsoft.com/office/drawing/2014/main" id="{B9981185-E723-41FD-AA71-71EDBD11CA08}"/>
              </a:ext>
            </a:extLst>
          </p:cNvPr>
          <p:cNvSpPr/>
          <p:nvPr/>
        </p:nvSpPr>
        <p:spPr>
          <a:xfrm>
            <a:off x="188133" y="4325034"/>
            <a:ext cx="3078087" cy="400110"/>
          </a:xfrm>
          <a:prstGeom prst="rect">
            <a:avLst/>
          </a:prstGeom>
        </p:spPr>
        <p:txBody>
          <a:bodyPr wrap="none">
            <a:spAutoFit/>
          </a:bodyPr>
          <a:lstStyle/>
          <a:p>
            <a:pPr marL="324000" lvl="0" indent="-324000">
              <a:spcBef>
                <a:spcPts val="600"/>
              </a:spcBef>
              <a:buSzPct val="100000"/>
              <a:buFont typeface="맑은 고딕" panose="020B0503020000020004" pitchFamily="50" charset="-127"/>
              <a:buChar char="□"/>
            </a:pPr>
            <a:r>
              <a:rPr lang="en-US" altLang="ko-KR" sz="2000" b="1" dirty="0">
                <a:solidFill>
                  <a:prstClr val="black"/>
                </a:solidFill>
                <a:latin typeface="Arial" panose="020B0604020202020204" pitchFamily="34" charset="0"/>
                <a:cs typeface="Arial" panose="020B0604020202020204" pitchFamily="34" charset="0"/>
              </a:rPr>
              <a:t>Reference Document</a:t>
            </a:r>
            <a:endParaRPr lang="ko-KR" altLang="en-US" sz="2000" b="1" dirty="0">
              <a:solidFill>
                <a:prstClr val="black"/>
              </a:solidFill>
              <a:latin typeface="Arial" panose="020B0604020202020204" pitchFamily="34" charset="0"/>
              <a:cs typeface="Arial" panose="020B0604020202020204" pitchFamily="34" charset="0"/>
            </a:endParaRPr>
          </a:p>
        </p:txBody>
      </p:sp>
      <p:graphicFrame>
        <p:nvGraphicFramePr>
          <p:cNvPr id="8" name="Group 529">
            <a:extLst>
              <a:ext uri="{FF2B5EF4-FFF2-40B4-BE49-F238E27FC236}">
                <a16:creationId xmlns:a16="http://schemas.microsoft.com/office/drawing/2014/main" id="{166C422F-5BA9-41FC-BDFB-3FA9B852C8F5}"/>
              </a:ext>
            </a:extLst>
          </p:cNvPr>
          <p:cNvGraphicFramePr>
            <a:graphicFrameLocks/>
          </p:cNvGraphicFramePr>
          <p:nvPr>
            <p:extLst>
              <p:ext uri="{D42A27DB-BD31-4B8C-83A1-F6EECF244321}">
                <p14:modId xmlns:p14="http://schemas.microsoft.com/office/powerpoint/2010/main" val="671074042"/>
              </p:ext>
            </p:extLst>
          </p:nvPr>
        </p:nvGraphicFramePr>
        <p:xfrm>
          <a:off x="289565" y="4725144"/>
          <a:ext cx="8666163" cy="849313"/>
        </p:xfrm>
        <a:graphic>
          <a:graphicData uri="http://schemas.openxmlformats.org/drawingml/2006/table">
            <a:tbl>
              <a:tblPr/>
              <a:tblGrid>
                <a:gridCol w="3679417">
                  <a:extLst>
                    <a:ext uri="{9D8B030D-6E8A-4147-A177-3AD203B41FA5}">
                      <a16:colId xmlns:a16="http://schemas.microsoft.com/office/drawing/2014/main" val="20000"/>
                    </a:ext>
                  </a:extLst>
                </a:gridCol>
                <a:gridCol w="1477926">
                  <a:extLst>
                    <a:ext uri="{9D8B030D-6E8A-4147-A177-3AD203B41FA5}">
                      <a16:colId xmlns:a16="http://schemas.microsoft.com/office/drawing/2014/main" val="20001"/>
                    </a:ext>
                  </a:extLst>
                </a:gridCol>
                <a:gridCol w="1244009">
                  <a:extLst>
                    <a:ext uri="{9D8B030D-6E8A-4147-A177-3AD203B41FA5}">
                      <a16:colId xmlns:a16="http://schemas.microsoft.com/office/drawing/2014/main" val="20002"/>
                    </a:ext>
                  </a:extLst>
                </a:gridCol>
                <a:gridCol w="765544">
                  <a:extLst>
                    <a:ext uri="{9D8B030D-6E8A-4147-A177-3AD203B41FA5}">
                      <a16:colId xmlns:a16="http://schemas.microsoft.com/office/drawing/2014/main" val="20003"/>
                    </a:ext>
                  </a:extLst>
                </a:gridCol>
                <a:gridCol w="1499267">
                  <a:extLst>
                    <a:ext uri="{9D8B030D-6E8A-4147-A177-3AD203B41FA5}">
                      <a16:colId xmlns:a16="http://schemas.microsoft.com/office/drawing/2014/main" val="20004"/>
                    </a:ext>
                  </a:extLst>
                </a:gridCol>
              </a:tblGrid>
              <a:tr h="292100">
                <a:tc>
                  <a:txBody>
                    <a:bodyPr/>
                    <a:lstStyle>
                      <a:lvl1pPr marL="190500" indent="-190500" algn="l" eaLnBrk="0" hangingPunct="0">
                        <a:spcBef>
                          <a:spcPct val="20000"/>
                        </a:spcBef>
                        <a:defRPr kumimoji="1" sz="1600" b="1">
                          <a:solidFill>
                            <a:schemeClr val="tx1"/>
                          </a:solidFill>
                          <a:latin typeface="Arial" panose="020B0604020202020204" pitchFamily="34" charset="0"/>
                          <a:ea typeface="굴림" panose="020B0600000101010101" pitchFamily="50" charset="-127"/>
                        </a:defRPr>
                      </a:lvl1pPr>
                      <a:lvl2pPr marL="742950" indent="-28575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2pPr>
                      <a:lvl3pPr marL="1143000" indent="-22860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3pPr>
                      <a:lvl4pPr marL="16002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4pPr>
                      <a:lvl5pPr marL="20574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9pPr>
                    </a:lstStyle>
                    <a:p>
                      <a:pPr marL="190500" marR="0" lvl="0" indent="-190500" algn="ctr" defTabSz="914400" rtl="0" eaLnBrk="0" fontAlgn="ctr" latinLnBrk="1" hangingPunct="0">
                        <a:lnSpc>
                          <a:spcPct val="100000"/>
                        </a:lnSpc>
                        <a:spcBef>
                          <a:spcPct val="0"/>
                        </a:spcBef>
                        <a:spcAft>
                          <a:spcPct val="0"/>
                        </a:spcAft>
                        <a:buClrTx/>
                        <a:buSzTx/>
                        <a:buFontTx/>
                        <a:buNone/>
                        <a:tabLst/>
                      </a:pPr>
                      <a:r>
                        <a:rPr kumimoji="1" lang="en-US" altLang="ko-KR" sz="1000" b="1" i="0" u="none" strike="noStrike" cap="none" normalizeH="0" baseline="0" dirty="0">
                          <a:ln>
                            <a:noFill/>
                          </a:ln>
                          <a:solidFill>
                            <a:schemeClr val="tx1"/>
                          </a:solidFill>
                          <a:effectLst/>
                          <a:latin typeface="Arial" panose="020B0604020202020204" pitchFamily="34" charset="0"/>
                          <a:ea typeface="돋움" panose="020B0600000101010101" pitchFamily="50" charset="-127"/>
                        </a:rPr>
                        <a:t>Document Title</a:t>
                      </a:r>
                      <a:endParaRPr kumimoji="1" lang="en-US" altLang="ko-KR" sz="1000" b="1" i="0" u="none" strike="noStrike" cap="none" normalizeH="0" baseline="0" dirty="0">
                        <a:ln>
                          <a:noFill/>
                        </a:ln>
                        <a:solidFill>
                          <a:schemeClr val="tx1"/>
                        </a:solidFill>
                        <a:effectLst/>
                        <a:latin typeface="굴림" panose="020B0600000101010101" pitchFamily="50" charset="-127"/>
                        <a:ea typeface="굴림" panose="020B0600000101010101" pitchFamily="50" charset="-127"/>
                      </a:endParaRPr>
                    </a:p>
                  </a:txBody>
                  <a:tcPr anchor="ctr" horzOverflow="overflow">
                    <a:lnL w="28575" cap="flat" cmpd="sng" algn="ctr">
                      <a:solidFill>
                        <a:schemeClr val="tx1"/>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99"/>
                    </a:solidFill>
                  </a:tcPr>
                </a:tc>
                <a:tc>
                  <a:txBody>
                    <a:bodyPr/>
                    <a:lstStyle>
                      <a:lvl1pPr marL="190500" indent="-190500" algn="l" eaLnBrk="0" hangingPunct="0">
                        <a:spcBef>
                          <a:spcPct val="20000"/>
                        </a:spcBef>
                        <a:defRPr kumimoji="1" sz="1600" b="1">
                          <a:solidFill>
                            <a:schemeClr val="tx1"/>
                          </a:solidFill>
                          <a:latin typeface="Arial" panose="020B0604020202020204" pitchFamily="34" charset="0"/>
                          <a:ea typeface="굴림" panose="020B0600000101010101" pitchFamily="50" charset="-127"/>
                        </a:defRPr>
                      </a:lvl1pPr>
                      <a:lvl2pPr marL="742950" indent="-28575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2pPr>
                      <a:lvl3pPr marL="1143000" indent="-22860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3pPr>
                      <a:lvl4pPr marL="16002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4pPr>
                      <a:lvl5pPr marL="20574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9pPr>
                    </a:lstStyle>
                    <a:p>
                      <a:pPr marL="190500" marR="0" lvl="0" indent="-190500" algn="ctr" defTabSz="914400" rtl="0" eaLnBrk="0" fontAlgn="ctr" latinLnBrk="1" hangingPunct="0">
                        <a:lnSpc>
                          <a:spcPct val="100000"/>
                        </a:lnSpc>
                        <a:spcBef>
                          <a:spcPct val="0"/>
                        </a:spcBef>
                        <a:spcAft>
                          <a:spcPct val="0"/>
                        </a:spcAft>
                        <a:buClrTx/>
                        <a:buSzTx/>
                        <a:buFontTx/>
                        <a:buNone/>
                        <a:tabLst/>
                      </a:pPr>
                      <a:r>
                        <a:rPr kumimoji="1" lang="en-US" altLang="ko-KR" sz="1000" b="1" i="0" u="none" strike="noStrike" cap="none" normalizeH="0" baseline="0">
                          <a:ln>
                            <a:noFill/>
                          </a:ln>
                          <a:solidFill>
                            <a:schemeClr val="tx1"/>
                          </a:solidFill>
                          <a:effectLst/>
                          <a:latin typeface="Arial" panose="020B0604020202020204" pitchFamily="34" charset="0"/>
                          <a:ea typeface="돋움" panose="020B0600000101010101" pitchFamily="50" charset="-127"/>
                        </a:rPr>
                        <a:t>CM Number</a:t>
                      </a:r>
                      <a:endParaRPr kumimoji="1" lang="en-US" altLang="ko-KR" sz="1000" b="1" i="0" u="none" strike="noStrike" cap="none" normalizeH="0" baseline="0">
                        <a:ln>
                          <a:noFill/>
                        </a:ln>
                        <a:solidFill>
                          <a:schemeClr val="tx1"/>
                        </a:solidFill>
                        <a:effectLst/>
                        <a:latin typeface="굴림" panose="020B0600000101010101" pitchFamily="50" charset="-127"/>
                        <a:ea typeface="굴림" panose="020B0600000101010101" pitchFamily="50" charset="-127"/>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99"/>
                    </a:solidFill>
                  </a:tcPr>
                </a:tc>
                <a:tc>
                  <a:txBody>
                    <a:bodyPr/>
                    <a:lstStyle>
                      <a:lvl1pPr algn="l" eaLnBrk="0" hangingPunct="0">
                        <a:spcBef>
                          <a:spcPct val="20000"/>
                        </a:spcBef>
                        <a:defRPr kumimoji="1" sz="1600" b="1">
                          <a:solidFill>
                            <a:schemeClr val="tx1"/>
                          </a:solidFill>
                          <a:latin typeface="Arial" panose="020B0604020202020204" pitchFamily="34" charset="0"/>
                          <a:ea typeface="굴림" panose="020B0600000101010101" pitchFamily="50" charset="-127"/>
                        </a:defRPr>
                      </a:lvl1pPr>
                      <a:lvl2pPr marL="742950" indent="-28575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2pPr>
                      <a:lvl3pPr marL="1143000" indent="-22860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3pPr>
                      <a:lvl4pPr marL="16002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4pPr>
                      <a:lvl5pPr marL="20574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9pPr>
                    </a:lstStyle>
                    <a:p>
                      <a:pPr marL="0" marR="0" lvl="0" indent="0" algn="ctr" defTabSz="914400" rtl="0" eaLnBrk="0" fontAlgn="ctr" latinLnBrk="1" hangingPunct="0">
                        <a:lnSpc>
                          <a:spcPct val="100000"/>
                        </a:lnSpc>
                        <a:spcBef>
                          <a:spcPct val="0"/>
                        </a:spcBef>
                        <a:spcAft>
                          <a:spcPct val="0"/>
                        </a:spcAft>
                        <a:buClrTx/>
                        <a:buSzTx/>
                        <a:buFontTx/>
                        <a:buNone/>
                        <a:tabLst/>
                      </a:pPr>
                      <a:r>
                        <a:rPr kumimoji="1" lang="en-US" altLang="ko-KR" sz="1000" b="1" i="0" u="none" strike="noStrike" cap="none" normalizeH="0" baseline="0">
                          <a:ln>
                            <a:noFill/>
                          </a:ln>
                          <a:solidFill>
                            <a:schemeClr val="tx1"/>
                          </a:solidFill>
                          <a:effectLst/>
                          <a:latin typeface="Arial" panose="020B0604020202020204" pitchFamily="34" charset="0"/>
                          <a:ea typeface="돋움" panose="020B0600000101010101" pitchFamily="50" charset="-127"/>
                        </a:rPr>
                        <a:t>Released Date</a:t>
                      </a:r>
                      <a:endParaRPr kumimoji="1" lang="en-US" altLang="ko-KR" sz="1000" b="1" i="0" u="none" strike="noStrike" cap="none" normalizeH="0" baseline="0">
                        <a:ln>
                          <a:noFill/>
                        </a:ln>
                        <a:solidFill>
                          <a:schemeClr val="tx1"/>
                        </a:solidFill>
                        <a:effectLst/>
                        <a:latin typeface="굴림" panose="020B0600000101010101" pitchFamily="50" charset="-127"/>
                        <a:ea typeface="굴림" panose="020B0600000101010101" pitchFamily="50" charset="-127"/>
                      </a:endParaRPr>
                    </a:p>
                  </a:txBody>
                  <a:tcPr anchor="ct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99"/>
                    </a:solidFill>
                  </a:tcPr>
                </a:tc>
                <a:tc>
                  <a:txBody>
                    <a:bodyPr/>
                    <a:lstStyle>
                      <a:lvl1pPr algn="l" eaLnBrk="0" hangingPunct="0">
                        <a:spcBef>
                          <a:spcPct val="20000"/>
                        </a:spcBef>
                        <a:defRPr kumimoji="1" sz="1600" b="1">
                          <a:solidFill>
                            <a:schemeClr val="tx1"/>
                          </a:solidFill>
                          <a:latin typeface="Arial" panose="020B0604020202020204" pitchFamily="34" charset="0"/>
                          <a:ea typeface="굴림" panose="020B0600000101010101" pitchFamily="50" charset="-127"/>
                        </a:defRPr>
                      </a:lvl1pPr>
                      <a:lvl2pPr marL="742950" indent="-28575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2pPr>
                      <a:lvl3pPr marL="1143000" indent="-22860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3pPr>
                      <a:lvl4pPr marL="16002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4pPr>
                      <a:lvl5pPr marL="20574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9pPr>
                    </a:lstStyle>
                    <a:p>
                      <a:pPr marL="0" marR="0" lvl="0" indent="0" algn="ctr" defTabSz="914400" rtl="0" eaLnBrk="0" fontAlgn="ctr" latinLnBrk="1" hangingPunct="0">
                        <a:lnSpc>
                          <a:spcPct val="100000"/>
                        </a:lnSpc>
                        <a:spcBef>
                          <a:spcPct val="0"/>
                        </a:spcBef>
                        <a:spcAft>
                          <a:spcPct val="0"/>
                        </a:spcAft>
                        <a:buClrTx/>
                        <a:buSzTx/>
                        <a:buFontTx/>
                        <a:buNone/>
                        <a:tabLst/>
                      </a:pPr>
                      <a:r>
                        <a:rPr kumimoji="1" lang="en-US" altLang="ko-KR" sz="1000" b="1" i="0" u="none" strike="noStrike" cap="none" normalizeH="0" baseline="0">
                          <a:ln>
                            <a:noFill/>
                          </a:ln>
                          <a:solidFill>
                            <a:schemeClr val="tx1"/>
                          </a:solidFill>
                          <a:effectLst/>
                          <a:latin typeface="Arial" panose="020B0604020202020204" pitchFamily="34" charset="0"/>
                          <a:ea typeface="굴림" panose="020B0600000101010101" pitchFamily="50" charset="-127"/>
                        </a:rPr>
                        <a:t>Issue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99"/>
                    </a:solidFill>
                  </a:tcPr>
                </a:tc>
                <a:tc>
                  <a:txBody>
                    <a:bodyPr/>
                    <a:lstStyle>
                      <a:lvl1pPr algn="l" eaLnBrk="0" hangingPunct="0">
                        <a:spcBef>
                          <a:spcPct val="20000"/>
                        </a:spcBef>
                        <a:defRPr kumimoji="1" sz="1600" b="1">
                          <a:solidFill>
                            <a:schemeClr val="tx1"/>
                          </a:solidFill>
                          <a:latin typeface="Arial" panose="020B0604020202020204" pitchFamily="34" charset="0"/>
                          <a:ea typeface="굴림" panose="020B0600000101010101" pitchFamily="50" charset="-127"/>
                        </a:defRPr>
                      </a:lvl1pPr>
                      <a:lvl2pPr marL="742950" indent="-28575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2pPr>
                      <a:lvl3pPr marL="1143000" indent="-22860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3pPr>
                      <a:lvl4pPr marL="16002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4pPr>
                      <a:lvl5pPr marL="20574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9pPr>
                    </a:lstStyle>
                    <a:p>
                      <a:pPr marL="0" marR="0" lvl="0" indent="0" algn="ctr" defTabSz="914400" rtl="0" eaLnBrk="0" fontAlgn="ctr" latinLnBrk="1" hangingPunct="0">
                        <a:lnSpc>
                          <a:spcPct val="100000"/>
                        </a:lnSpc>
                        <a:spcBef>
                          <a:spcPct val="0"/>
                        </a:spcBef>
                        <a:spcAft>
                          <a:spcPct val="0"/>
                        </a:spcAft>
                        <a:buClrTx/>
                        <a:buSzTx/>
                        <a:buFontTx/>
                        <a:buNone/>
                        <a:tabLst/>
                      </a:pPr>
                      <a:r>
                        <a:rPr kumimoji="1" lang="en-US" altLang="ko-KR" sz="1000" b="1" i="0" u="none" strike="noStrike" cap="none" normalizeH="0" baseline="0" dirty="0">
                          <a:ln>
                            <a:noFill/>
                          </a:ln>
                          <a:solidFill>
                            <a:schemeClr val="tx1"/>
                          </a:solidFill>
                          <a:effectLst/>
                          <a:latin typeface="Arial" panose="020B0604020202020204" pitchFamily="34" charset="0"/>
                          <a:ea typeface="굴림" panose="020B0600000101010101" pitchFamily="50" charset="-127"/>
                        </a:rPr>
                        <a:t>Status</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99"/>
                    </a:solidFill>
                  </a:tcPr>
                </a:tc>
                <a:extLst>
                  <a:ext uri="{0D108BD9-81ED-4DB2-BD59-A6C34878D82A}">
                    <a16:rowId xmlns:a16="http://schemas.microsoft.com/office/drawing/2014/main" val="10000"/>
                  </a:ext>
                </a:extLst>
              </a:tr>
              <a:tr h="277813">
                <a:tc>
                  <a:txBody>
                    <a:bodyPr/>
                    <a:lstStyle>
                      <a:lvl1pPr marL="190500" indent="-190500" algn="l" eaLnBrk="0" hangingPunct="0">
                        <a:spcBef>
                          <a:spcPct val="20000"/>
                        </a:spcBef>
                        <a:defRPr kumimoji="1" sz="1600" b="1">
                          <a:solidFill>
                            <a:schemeClr val="tx1"/>
                          </a:solidFill>
                          <a:latin typeface="Arial" panose="020B0604020202020204" pitchFamily="34" charset="0"/>
                          <a:ea typeface="굴림" panose="020B0600000101010101" pitchFamily="50" charset="-127"/>
                        </a:defRPr>
                      </a:lvl1pPr>
                      <a:lvl2pPr marL="742950" indent="-28575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2pPr>
                      <a:lvl3pPr marL="1143000" indent="-22860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3pPr>
                      <a:lvl4pPr marL="16002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4pPr>
                      <a:lvl5pPr marL="20574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9pPr>
                    </a:lstStyle>
                    <a:p>
                      <a:pPr marL="190500" marR="0" lvl="0" indent="-190500" algn="l" defTabSz="914400" rtl="0" eaLnBrk="0" fontAlgn="ctr" latinLnBrk="1" hangingPunct="0">
                        <a:lnSpc>
                          <a:spcPct val="100000"/>
                        </a:lnSpc>
                        <a:spcBef>
                          <a:spcPct val="0"/>
                        </a:spcBef>
                        <a:spcAft>
                          <a:spcPct val="0"/>
                        </a:spcAft>
                        <a:buClrTx/>
                        <a:buSzTx/>
                        <a:buFontTx/>
                        <a:buNone/>
                        <a:tabLst/>
                      </a:pPr>
                      <a:r>
                        <a:rPr kumimoji="1" lang="en-US" altLang="ko-KR" sz="1200" b="1" i="0" u="none" strike="noStrike" cap="none" normalizeH="0" baseline="0" dirty="0">
                          <a:ln>
                            <a:noFill/>
                          </a:ln>
                          <a:solidFill>
                            <a:schemeClr val="tx1"/>
                          </a:solidFill>
                          <a:effectLst/>
                          <a:latin typeface="Arial" panose="020B0604020202020204" pitchFamily="34" charset="0"/>
                          <a:ea typeface="돋움" panose="020B0600000101010101" pitchFamily="50" charset="-127"/>
                        </a:rPr>
                        <a:t>KPLO ETB Test Plan</a:t>
                      </a:r>
                      <a:endParaRPr kumimoji="1" lang="en-US" altLang="ko-KR" sz="1200" b="1" i="0" u="none" strike="noStrike" cap="none" normalizeH="0" baseline="0" dirty="0">
                        <a:ln>
                          <a:noFill/>
                        </a:ln>
                        <a:solidFill>
                          <a:schemeClr val="tx1"/>
                        </a:solidFill>
                        <a:effectLst/>
                        <a:latin typeface="Arial" panose="020B0604020202020204" pitchFamily="34" charset="0"/>
                        <a:ea typeface="굴림" panose="020B0600000101010101" pitchFamily="50" charset="-127"/>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190500" indent="-190500" algn="l" eaLnBrk="0" hangingPunct="0">
                        <a:spcBef>
                          <a:spcPct val="20000"/>
                        </a:spcBef>
                        <a:defRPr kumimoji="1" sz="1600" b="1">
                          <a:solidFill>
                            <a:schemeClr val="tx1"/>
                          </a:solidFill>
                          <a:latin typeface="Arial" panose="020B0604020202020204" pitchFamily="34" charset="0"/>
                          <a:ea typeface="굴림" panose="020B0600000101010101" pitchFamily="50" charset="-127"/>
                        </a:defRPr>
                      </a:lvl1pPr>
                      <a:lvl2pPr marL="742950" indent="-28575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2pPr>
                      <a:lvl3pPr marL="1143000" indent="-22860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3pPr>
                      <a:lvl4pPr marL="16002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4pPr>
                      <a:lvl5pPr marL="20574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9pPr>
                    </a:lstStyle>
                    <a:p>
                      <a:pPr marL="190500" marR="0" lvl="0" indent="-190500" algn="ctr" defTabSz="914400" rtl="0" eaLnBrk="0" fontAlgn="ctr" latinLnBrk="1" hangingPunct="0">
                        <a:lnSpc>
                          <a:spcPct val="100000"/>
                        </a:lnSpc>
                        <a:spcBef>
                          <a:spcPct val="0"/>
                        </a:spcBef>
                        <a:spcAft>
                          <a:spcPct val="0"/>
                        </a:spcAft>
                        <a:buClrTx/>
                        <a:buSzTx/>
                        <a:buFontTx/>
                        <a:buNone/>
                        <a:tabLst/>
                      </a:pPr>
                      <a:r>
                        <a:rPr kumimoji="1" lang="en-US" altLang="ko-KR" sz="1200" b="1" i="0" u="none" strike="noStrike" cap="none" normalizeH="0" baseline="0" dirty="0">
                          <a:ln>
                            <a:noFill/>
                          </a:ln>
                          <a:solidFill>
                            <a:schemeClr val="tx1"/>
                          </a:solidFill>
                          <a:effectLst/>
                          <a:latin typeface="Arial" panose="020B0604020202020204" pitchFamily="34" charset="0"/>
                          <a:ea typeface="굴림" panose="020B0600000101010101" pitchFamily="50" charset="-127"/>
                        </a:rPr>
                        <a:t>KPLO-D0-710-001</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190500" indent="-190500" algn="l" eaLnBrk="0" hangingPunct="0">
                        <a:spcBef>
                          <a:spcPct val="20000"/>
                        </a:spcBef>
                        <a:defRPr kumimoji="1" sz="1600" b="1">
                          <a:solidFill>
                            <a:schemeClr val="tx1"/>
                          </a:solidFill>
                          <a:latin typeface="Arial" panose="020B0604020202020204" pitchFamily="34" charset="0"/>
                          <a:ea typeface="굴림" panose="020B0600000101010101" pitchFamily="50" charset="-127"/>
                        </a:defRPr>
                      </a:lvl1pPr>
                      <a:lvl2pPr marL="742950" indent="-28575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2pPr>
                      <a:lvl3pPr marL="1143000" indent="-22860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3pPr>
                      <a:lvl4pPr marL="16002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4pPr>
                      <a:lvl5pPr marL="20574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9pPr>
                    </a:lstStyle>
                    <a:p>
                      <a:pPr marL="190500" marR="0" lvl="0" indent="-190500" algn="ctr" defTabSz="914400" rtl="0" eaLnBrk="0" fontAlgn="ctr" latinLnBrk="1" hangingPunct="0">
                        <a:lnSpc>
                          <a:spcPct val="100000"/>
                        </a:lnSpc>
                        <a:spcBef>
                          <a:spcPct val="0"/>
                        </a:spcBef>
                        <a:spcAft>
                          <a:spcPct val="0"/>
                        </a:spcAft>
                        <a:buClrTx/>
                        <a:buSzTx/>
                        <a:buFontTx/>
                        <a:buNone/>
                        <a:tabLst/>
                      </a:pPr>
                      <a:r>
                        <a:rPr kumimoji="1" lang="en-US" altLang="ko-KR" sz="1200" b="1" i="0" u="none" strike="noStrike" cap="none" normalizeH="0" baseline="0" dirty="0">
                          <a:ln>
                            <a:noFill/>
                          </a:ln>
                          <a:solidFill>
                            <a:schemeClr val="tx1"/>
                          </a:solidFill>
                          <a:effectLst/>
                          <a:latin typeface="Arial" panose="020B0604020202020204" pitchFamily="34" charset="0"/>
                          <a:ea typeface="굴림" panose="020B0600000101010101" pitchFamily="50" charset="-127"/>
                        </a:rPr>
                        <a:t>-</a:t>
                      </a:r>
                      <a:endParaRPr kumimoji="1" lang="ko-KR" altLang="en-US" sz="1200" b="1" i="0" u="none" strike="noStrike" cap="none" normalizeH="0" baseline="0" dirty="0">
                        <a:ln>
                          <a:noFill/>
                        </a:ln>
                        <a:solidFill>
                          <a:schemeClr val="tx1"/>
                        </a:solidFill>
                        <a:effectLst/>
                        <a:latin typeface="Arial" panose="020B0604020202020204" pitchFamily="34" charset="0"/>
                        <a:ea typeface="굴림" panose="020B0600000101010101" pitchFamily="50" charset="-127"/>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190500" indent="-190500" algn="l" eaLnBrk="0" hangingPunct="0">
                        <a:spcBef>
                          <a:spcPct val="20000"/>
                        </a:spcBef>
                        <a:defRPr kumimoji="1" sz="1600" b="1">
                          <a:solidFill>
                            <a:schemeClr val="tx1"/>
                          </a:solidFill>
                          <a:latin typeface="Arial" panose="020B0604020202020204" pitchFamily="34" charset="0"/>
                          <a:ea typeface="굴림" panose="020B0600000101010101" pitchFamily="50" charset="-127"/>
                        </a:defRPr>
                      </a:lvl1pPr>
                      <a:lvl2pPr marL="742950" indent="-28575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2pPr>
                      <a:lvl3pPr marL="1143000" indent="-22860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3pPr>
                      <a:lvl4pPr marL="16002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4pPr>
                      <a:lvl5pPr marL="20574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9pPr>
                    </a:lstStyle>
                    <a:p>
                      <a:pPr marL="190500" marR="0" lvl="0" indent="-190500" algn="ctr" defTabSz="914400" rtl="0" eaLnBrk="0" fontAlgn="ctr" latinLnBrk="1" hangingPunct="0">
                        <a:lnSpc>
                          <a:spcPct val="100000"/>
                        </a:lnSpc>
                        <a:spcBef>
                          <a:spcPct val="0"/>
                        </a:spcBef>
                        <a:spcAft>
                          <a:spcPct val="0"/>
                        </a:spcAft>
                        <a:buClrTx/>
                        <a:buSzTx/>
                        <a:buFontTx/>
                        <a:buNone/>
                        <a:tabLst/>
                      </a:pPr>
                      <a:r>
                        <a:rPr kumimoji="1" lang="en-US" altLang="ko-KR" sz="1200" b="1" i="0" u="none" strike="noStrike" cap="none" normalizeH="0" baseline="0" dirty="0">
                          <a:ln>
                            <a:noFill/>
                          </a:ln>
                          <a:solidFill>
                            <a:schemeClr val="tx1"/>
                          </a:solidFill>
                          <a:effectLst/>
                          <a:latin typeface="Arial" panose="020B0604020202020204" pitchFamily="34" charset="0"/>
                          <a:ea typeface="굴림" panose="020B0600000101010101" pitchFamily="50" charset="-127"/>
                        </a:rPr>
                        <a:t>F.00</a:t>
                      </a:r>
                      <a:endParaRPr kumimoji="1" lang="ko-KR" altLang="en-US" sz="1200" b="1" i="0" u="none" strike="noStrike" cap="none" normalizeH="0" baseline="0" dirty="0">
                        <a:ln>
                          <a:noFill/>
                        </a:ln>
                        <a:solidFill>
                          <a:schemeClr val="tx1"/>
                        </a:solidFill>
                        <a:effectLst/>
                        <a:latin typeface="Arial" panose="020B0604020202020204" pitchFamily="34" charset="0"/>
                        <a:ea typeface="굴림" panose="020B0600000101010101" pitchFamily="50" charset="-127"/>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190500" indent="-190500" algn="l" eaLnBrk="0" hangingPunct="0">
                        <a:spcBef>
                          <a:spcPct val="20000"/>
                        </a:spcBef>
                        <a:defRPr kumimoji="1" sz="1600" b="1">
                          <a:solidFill>
                            <a:schemeClr val="tx1"/>
                          </a:solidFill>
                          <a:latin typeface="Arial" panose="020B0604020202020204" pitchFamily="34" charset="0"/>
                          <a:ea typeface="굴림" panose="020B0600000101010101" pitchFamily="50" charset="-127"/>
                        </a:defRPr>
                      </a:lvl1pPr>
                      <a:lvl2pPr marL="742950" indent="-28575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2pPr>
                      <a:lvl3pPr marL="1143000" indent="-22860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3pPr>
                      <a:lvl4pPr marL="16002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4pPr>
                      <a:lvl5pPr marL="20574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9pPr>
                    </a:lstStyle>
                    <a:p>
                      <a:pPr marL="0" marR="0" lvl="0" indent="0" algn="ctr" defTabSz="914400" rtl="0" eaLnBrk="0" fontAlgn="ctr" latinLnBrk="1" hangingPunct="0">
                        <a:lnSpc>
                          <a:spcPct val="100000"/>
                        </a:lnSpc>
                        <a:spcBef>
                          <a:spcPct val="0"/>
                        </a:spcBef>
                        <a:spcAft>
                          <a:spcPct val="0"/>
                        </a:spcAft>
                        <a:buClrTx/>
                        <a:buSzTx/>
                        <a:buFontTx/>
                        <a:buNone/>
                        <a:tabLst/>
                      </a:pPr>
                      <a:r>
                        <a:rPr kumimoji="1" lang="en-US" altLang="ko-KR" sz="1200" b="1" i="0" u="none" strike="noStrike" cap="none" normalizeH="0" baseline="0" dirty="0">
                          <a:ln>
                            <a:noFill/>
                          </a:ln>
                          <a:solidFill>
                            <a:schemeClr val="tx1"/>
                          </a:solidFill>
                          <a:effectLst/>
                          <a:latin typeface="Arial" panose="020B0604020202020204" pitchFamily="34" charset="0"/>
                          <a:ea typeface="굴림" panose="020B0600000101010101" pitchFamily="50" charset="-127"/>
                        </a:rPr>
                        <a:t>Prep.</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279400">
                <a:tc>
                  <a:txBody>
                    <a:bodyPr/>
                    <a:lstStyle>
                      <a:lvl1pPr algn="l" eaLnBrk="0" hangingPunct="0">
                        <a:spcBef>
                          <a:spcPct val="20000"/>
                        </a:spcBef>
                        <a:defRPr kumimoji="1" sz="1600" b="1">
                          <a:solidFill>
                            <a:schemeClr val="tx1"/>
                          </a:solidFill>
                          <a:latin typeface="Arial" panose="020B0604020202020204" pitchFamily="34" charset="0"/>
                          <a:ea typeface="굴림" panose="020B0600000101010101" pitchFamily="50" charset="-127"/>
                        </a:defRPr>
                      </a:lvl1pPr>
                      <a:lvl2pPr marL="742950" indent="-28575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2pPr>
                      <a:lvl3pPr marL="1143000" indent="-22860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3pPr>
                      <a:lvl4pPr marL="16002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4pPr>
                      <a:lvl5pPr marL="20574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9pPr>
                    </a:lstStyle>
                    <a:p>
                      <a:pPr marL="0" marR="0" lvl="0" indent="0" algn="l" defTabSz="914400" rtl="0" eaLnBrk="0" fontAlgn="ctr" latinLnBrk="1" hangingPunct="0">
                        <a:lnSpc>
                          <a:spcPct val="100000"/>
                        </a:lnSpc>
                        <a:spcBef>
                          <a:spcPct val="0"/>
                        </a:spcBef>
                        <a:spcAft>
                          <a:spcPct val="0"/>
                        </a:spcAft>
                        <a:buClrTx/>
                        <a:buSzTx/>
                        <a:buFontTx/>
                        <a:buNone/>
                        <a:tabLst/>
                      </a:pPr>
                      <a:r>
                        <a:rPr kumimoji="1" lang="en-US" altLang="ko-KR" sz="1200" b="1" i="0" u="none" strike="noStrike" cap="none" normalizeH="0" baseline="0" dirty="0">
                          <a:ln>
                            <a:noFill/>
                          </a:ln>
                          <a:solidFill>
                            <a:schemeClr val="tx1"/>
                          </a:solidFill>
                          <a:effectLst/>
                          <a:latin typeface="Arial" panose="020B0604020202020204" pitchFamily="34" charset="0"/>
                          <a:ea typeface="굴림" panose="020B0600000101010101" pitchFamily="50" charset="-127"/>
                        </a:rPr>
                        <a:t>KPLO Electrical System Interface Document</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190500" indent="-190500" algn="l" eaLnBrk="0" hangingPunct="0">
                        <a:spcBef>
                          <a:spcPct val="20000"/>
                        </a:spcBef>
                        <a:defRPr kumimoji="1" sz="1600" b="1">
                          <a:solidFill>
                            <a:schemeClr val="tx1"/>
                          </a:solidFill>
                          <a:latin typeface="Arial" panose="020B0604020202020204" pitchFamily="34" charset="0"/>
                          <a:ea typeface="굴림" panose="020B0600000101010101" pitchFamily="50" charset="-127"/>
                        </a:defRPr>
                      </a:lvl1pPr>
                      <a:lvl2pPr marL="742950" indent="-28575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2pPr>
                      <a:lvl3pPr marL="1143000" indent="-22860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3pPr>
                      <a:lvl4pPr marL="16002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4pPr>
                      <a:lvl5pPr marL="20574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9pPr>
                    </a:lstStyle>
                    <a:p>
                      <a:pPr marL="190500" marR="0" lvl="0" indent="-190500" algn="ctr" defTabSz="914400" rtl="0" eaLnBrk="0" fontAlgn="ctr" latinLnBrk="1" hangingPunct="0">
                        <a:lnSpc>
                          <a:spcPct val="100000"/>
                        </a:lnSpc>
                        <a:spcBef>
                          <a:spcPct val="0"/>
                        </a:spcBef>
                        <a:spcAft>
                          <a:spcPct val="0"/>
                        </a:spcAft>
                        <a:buClrTx/>
                        <a:buSzTx/>
                        <a:buFontTx/>
                        <a:buNone/>
                        <a:tabLst/>
                      </a:pPr>
                      <a:r>
                        <a:rPr kumimoji="1" lang="en-US" altLang="ko-KR" sz="1200" b="1" i="0" u="none" strike="noStrike" cap="none" normalizeH="0" baseline="0" dirty="0">
                          <a:ln>
                            <a:noFill/>
                          </a:ln>
                          <a:solidFill>
                            <a:schemeClr val="tx1"/>
                          </a:solidFill>
                          <a:effectLst/>
                          <a:latin typeface="Arial" panose="020B0604020202020204" pitchFamily="34" charset="0"/>
                          <a:ea typeface="굴림" panose="020B0600000101010101" pitchFamily="50" charset="-127"/>
                        </a:rPr>
                        <a:t>KPLO-SP-320-008</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marL="190500" indent="-190500" algn="l" eaLnBrk="0" hangingPunct="0">
                        <a:spcBef>
                          <a:spcPct val="20000"/>
                        </a:spcBef>
                        <a:defRPr kumimoji="1" sz="1600" b="1">
                          <a:solidFill>
                            <a:schemeClr val="tx1"/>
                          </a:solidFill>
                          <a:latin typeface="Arial" panose="020B0604020202020204" pitchFamily="34" charset="0"/>
                          <a:ea typeface="굴림" panose="020B0600000101010101" pitchFamily="50" charset="-127"/>
                        </a:defRPr>
                      </a:lvl1pPr>
                      <a:lvl2pPr marL="742950" indent="-28575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2pPr>
                      <a:lvl3pPr marL="1143000" indent="-22860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3pPr>
                      <a:lvl4pPr marL="16002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4pPr>
                      <a:lvl5pPr marL="20574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9pPr>
                    </a:lstStyle>
                    <a:p>
                      <a:pPr marL="190500" marR="0" lvl="0" indent="-190500" algn="ctr" defTabSz="914400" rtl="0" eaLnBrk="0" fontAlgn="ctr" latinLnBrk="1" hangingPunct="0">
                        <a:lnSpc>
                          <a:spcPct val="100000"/>
                        </a:lnSpc>
                        <a:spcBef>
                          <a:spcPct val="0"/>
                        </a:spcBef>
                        <a:spcAft>
                          <a:spcPct val="0"/>
                        </a:spcAft>
                        <a:buClrTx/>
                        <a:buSzTx/>
                        <a:buFontTx/>
                        <a:buNone/>
                        <a:tabLst/>
                      </a:pPr>
                      <a:r>
                        <a:rPr kumimoji="1" lang="en-US" altLang="ko-KR" sz="1200" b="1" i="0" u="none" strike="noStrike" cap="none" normalizeH="0" baseline="0" dirty="0">
                          <a:ln>
                            <a:noFill/>
                          </a:ln>
                          <a:solidFill>
                            <a:schemeClr val="tx1"/>
                          </a:solidFill>
                          <a:effectLst/>
                          <a:latin typeface="Arial" panose="020B0604020202020204" pitchFamily="34" charset="0"/>
                          <a:ea typeface="굴림" panose="020B0600000101010101" pitchFamily="50" charset="-127"/>
                        </a:rPr>
                        <a:t>2018.09.31</a:t>
                      </a:r>
                      <a:endParaRPr kumimoji="1" lang="ko-KR" altLang="en-US" sz="1200" b="1" i="0" u="none" strike="noStrike" cap="none" normalizeH="0" baseline="0" dirty="0">
                        <a:ln>
                          <a:noFill/>
                        </a:ln>
                        <a:solidFill>
                          <a:schemeClr val="tx1"/>
                        </a:solidFill>
                        <a:effectLst/>
                        <a:latin typeface="Arial" panose="020B0604020202020204" pitchFamily="34" charset="0"/>
                        <a:ea typeface="굴림" panose="020B0600000101010101" pitchFamily="50" charset="-127"/>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eaLnBrk="0" hangingPunct="0">
                        <a:spcBef>
                          <a:spcPct val="20000"/>
                        </a:spcBef>
                        <a:defRPr kumimoji="1" sz="1600" b="1">
                          <a:solidFill>
                            <a:schemeClr val="tx1"/>
                          </a:solidFill>
                          <a:latin typeface="Arial" panose="020B0604020202020204" pitchFamily="34" charset="0"/>
                          <a:ea typeface="굴림" panose="020B0600000101010101" pitchFamily="50" charset="-127"/>
                        </a:defRPr>
                      </a:lvl1pPr>
                      <a:lvl2pPr marL="742950" indent="-28575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2pPr>
                      <a:lvl3pPr marL="1143000" indent="-22860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3pPr>
                      <a:lvl4pPr marL="16002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4pPr>
                      <a:lvl5pPr marL="20574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9pPr>
                    </a:lstStyle>
                    <a:p>
                      <a:pPr marL="0" marR="0" lvl="0" indent="0" algn="ctr" defTabSz="914400" rtl="0" eaLnBrk="0" fontAlgn="ctr" latinLnBrk="1" hangingPunct="0">
                        <a:lnSpc>
                          <a:spcPct val="100000"/>
                        </a:lnSpc>
                        <a:spcBef>
                          <a:spcPct val="0"/>
                        </a:spcBef>
                        <a:spcAft>
                          <a:spcPct val="0"/>
                        </a:spcAft>
                        <a:buClrTx/>
                        <a:buSzTx/>
                        <a:buFontTx/>
                        <a:buNone/>
                        <a:tabLst/>
                      </a:pPr>
                      <a:r>
                        <a:rPr kumimoji="1" lang="en-US" altLang="ko-KR" sz="1200" b="1" i="0" u="none" strike="noStrike" cap="none" normalizeH="0" baseline="0" dirty="0">
                          <a:ln>
                            <a:noFill/>
                          </a:ln>
                          <a:solidFill>
                            <a:schemeClr val="tx1"/>
                          </a:solidFill>
                          <a:effectLst/>
                          <a:latin typeface="Arial" panose="020B0604020202020204" pitchFamily="34" charset="0"/>
                          <a:ea typeface="굴림" panose="020B0600000101010101" pitchFamily="50" charset="-127"/>
                        </a:rPr>
                        <a:t>P.01</a:t>
                      </a:r>
                      <a:endParaRPr kumimoji="1" lang="ko-KR" altLang="en-US" sz="1200" b="1" i="0" u="none" strike="noStrike" cap="none" normalizeH="0" baseline="0">
                        <a:ln>
                          <a:noFill/>
                        </a:ln>
                        <a:solidFill>
                          <a:schemeClr val="tx1"/>
                        </a:solidFill>
                        <a:effectLst/>
                        <a:latin typeface="Arial" panose="020B0604020202020204" pitchFamily="34" charset="0"/>
                        <a:ea typeface="굴림" panose="020B0600000101010101" pitchFamily="50" charset="-127"/>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eaLnBrk="0" hangingPunct="0">
                        <a:spcBef>
                          <a:spcPct val="20000"/>
                        </a:spcBef>
                        <a:defRPr kumimoji="1" sz="1600" b="1">
                          <a:solidFill>
                            <a:schemeClr val="tx1"/>
                          </a:solidFill>
                          <a:latin typeface="Arial" panose="020B0604020202020204" pitchFamily="34" charset="0"/>
                          <a:ea typeface="굴림" panose="020B0600000101010101" pitchFamily="50" charset="-127"/>
                        </a:defRPr>
                      </a:lvl1pPr>
                      <a:lvl2pPr marL="742950" indent="-28575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2pPr>
                      <a:lvl3pPr marL="1143000" indent="-228600" algn="l" eaLnBrk="0" hangingPunct="0">
                        <a:spcBef>
                          <a:spcPct val="20000"/>
                        </a:spcBef>
                        <a:defRPr kumimoji="1" sz="1400" b="1">
                          <a:solidFill>
                            <a:schemeClr val="tx1"/>
                          </a:solidFill>
                          <a:latin typeface="Arial" panose="020B0604020202020204" pitchFamily="34" charset="0"/>
                          <a:ea typeface="굴림" panose="020B0600000101010101" pitchFamily="50" charset="-127"/>
                        </a:defRPr>
                      </a:lvl3pPr>
                      <a:lvl4pPr marL="16002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4pPr>
                      <a:lvl5pPr marL="2057400" indent="-228600" algn="l" eaLnBrk="0" hangingPunct="0">
                        <a:spcBef>
                          <a:spcPct val="20000"/>
                        </a:spcBef>
                        <a:defRPr kumimoji="1" sz="1200" b="1">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20000"/>
                        </a:spcBef>
                        <a:spcAft>
                          <a:spcPct val="0"/>
                        </a:spcAft>
                        <a:defRPr kumimoji="1" sz="1200" b="1">
                          <a:solidFill>
                            <a:schemeClr val="tx1"/>
                          </a:solidFill>
                          <a:latin typeface="Arial" panose="020B0604020202020204" pitchFamily="34" charset="0"/>
                          <a:ea typeface="굴림" panose="020B0600000101010101" pitchFamily="50" charset="-127"/>
                        </a:defRPr>
                      </a:lvl9pPr>
                    </a:lstStyle>
                    <a:p>
                      <a:pPr marL="0" marR="0" lvl="0" indent="0" algn="ctr" defTabSz="914400" rtl="0" eaLnBrk="0" fontAlgn="ctr" latinLnBrk="1" hangingPunct="0">
                        <a:lnSpc>
                          <a:spcPct val="100000"/>
                        </a:lnSpc>
                        <a:spcBef>
                          <a:spcPct val="0"/>
                        </a:spcBef>
                        <a:spcAft>
                          <a:spcPct val="0"/>
                        </a:spcAft>
                        <a:buClrTx/>
                        <a:buSzTx/>
                        <a:buFontTx/>
                        <a:buNone/>
                        <a:tabLst/>
                      </a:pPr>
                      <a:r>
                        <a:rPr kumimoji="1" lang="en-US" altLang="ko-KR" sz="1200" b="1" i="0" u="none" strike="noStrike" cap="none" normalizeH="0" baseline="0" dirty="0">
                          <a:ln>
                            <a:noFill/>
                          </a:ln>
                          <a:solidFill>
                            <a:schemeClr val="tx1"/>
                          </a:solidFill>
                          <a:effectLst/>
                          <a:latin typeface="Arial" panose="020B0604020202020204" pitchFamily="34" charset="0"/>
                          <a:ea typeface="굴림" panose="020B0600000101010101" pitchFamily="50" charset="-127"/>
                        </a:rPr>
                        <a:t>Signed</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4766092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F1F1590-CFDA-47F6-B687-68EF58C06C60}"/>
              </a:ext>
            </a:extLst>
          </p:cNvPr>
          <p:cNvSpPr>
            <a:spLocks noGrp="1"/>
          </p:cNvSpPr>
          <p:nvPr>
            <p:ph type="title"/>
          </p:nvPr>
        </p:nvSpPr>
        <p:spPr/>
        <p:txBody>
          <a:bodyPr/>
          <a:lstStyle/>
          <a:p>
            <a:r>
              <a:rPr lang="en-US" altLang="ko-KR" dirty="0" smtClean="0"/>
              <a:t>7. TRS </a:t>
            </a:r>
            <a:r>
              <a:rPr lang="en-US" altLang="ko-KR" dirty="0"/>
              <a:t>Summary</a:t>
            </a:r>
            <a:endParaRPr lang="ko-KR" altLang="en-US" dirty="0"/>
          </a:p>
        </p:txBody>
      </p:sp>
      <p:sp>
        <p:nvSpPr>
          <p:cNvPr id="4" name="슬라이드 번호 개체 틀 3">
            <a:extLst>
              <a:ext uri="{FF2B5EF4-FFF2-40B4-BE49-F238E27FC236}">
                <a16:creationId xmlns:a16="http://schemas.microsoft.com/office/drawing/2014/main" id="{09119D2D-6B25-458C-9B78-F0A1DBEDE3E0}"/>
              </a:ext>
            </a:extLst>
          </p:cNvPr>
          <p:cNvSpPr>
            <a:spLocks noGrp="1"/>
          </p:cNvSpPr>
          <p:nvPr>
            <p:ph type="sldNum" sz="quarter" idx="4"/>
          </p:nvPr>
        </p:nvSpPr>
        <p:spPr/>
        <p:txBody>
          <a:bodyPr/>
          <a:lstStyle/>
          <a:p>
            <a:fld id="{5FF3941A-8195-4E1C-AD48-53675AE8B136}" type="slidenum">
              <a:rPr lang="en-US" altLang="ko-KR" smtClean="0"/>
              <a:pPr/>
              <a:t>10</a:t>
            </a:fld>
            <a:endParaRPr lang="en-US" altLang="ko-KR" dirty="0"/>
          </a:p>
        </p:txBody>
      </p:sp>
      <p:graphicFrame>
        <p:nvGraphicFramePr>
          <p:cNvPr id="8" name="표 7">
            <a:extLst>
              <a:ext uri="{FF2B5EF4-FFF2-40B4-BE49-F238E27FC236}">
                <a16:creationId xmlns:a16="http://schemas.microsoft.com/office/drawing/2014/main" id="{C62BF178-802E-4362-9FC6-62B6F85D0C13}"/>
              </a:ext>
            </a:extLst>
          </p:cNvPr>
          <p:cNvGraphicFramePr>
            <a:graphicFrameLocks noGrp="1"/>
          </p:cNvGraphicFramePr>
          <p:nvPr>
            <p:extLst/>
          </p:nvPr>
        </p:nvGraphicFramePr>
        <p:xfrm>
          <a:off x="188133" y="1041531"/>
          <a:ext cx="8784975" cy="2164080"/>
        </p:xfrm>
        <a:graphic>
          <a:graphicData uri="http://schemas.openxmlformats.org/drawingml/2006/table">
            <a:tbl>
              <a:tblPr firstRow="1" bandRow="1">
                <a:tableStyleId>{2A488322-F2BA-4B5B-9748-0D474271808F}</a:tableStyleId>
              </a:tblPr>
              <a:tblGrid>
                <a:gridCol w="434657">
                  <a:extLst>
                    <a:ext uri="{9D8B030D-6E8A-4147-A177-3AD203B41FA5}">
                      <a16:colId xmlns:a16="http://schemas.microsoft.com/office/drawing/2014/main" val="20000"/>
                    </a:ext>
                  </a:extLst>
                </a:gridCol>
                <a:gridCol w="1450053">
                  <a:extLst>
                    <a:ext uri="{9D8B030D-6E8A-4147-A177-3AD203B41FA5}">
                      <a16:colId xmlns:a16="http://schemas.microsoft.com/office/drawing/2014/main" val="20001"/>
                    </a:ext>
                  </a:extLst>
                </a:gridCol>
                <a:gridCol w="1491045">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576064">
                  <a:extLst>
                    <a:ext uri="{9D8B030D-6E8A-4147-A177-3AD203B41FA5}">
                      <a16:colId xmlns:a16="http://schemas.microsoft.com/office/drawing/2014/main" val="20004"/>
                    </a:ext>
                  </a:extLst>
                </a:gridCol>
                <a:gridCol w="576064">
                  <a:extLst>
                    <a:ext uri="{9D8B030D-6E8A-4147-A177-3AD203B41FA5}">
                      <a16:colId xmlns:a16="http://schemas.microsoft.com/office/drawing/2014/main" val="20005"/>
                    </a:ext>
                  </a:extLst>
                </a:gridCol>
                <a:gridCol w="2304256">
                  <a:extLst>
                    <a:ext uri="{9D8B030D-6E8A-4147-A177-3AD203B41FA5}">
                      <a16:colId xmlns:a16="http://schemas.microsoft.com/office/drawing/2014/main" val="20006"/>
                    </a:ext>
                  </a:extLst>
                </a:gridCol>
                <a:gridCol w="623319">
                  <a:extLst>
                    <a:ext uri="{9D8B030D-6E8A-4147-A177-3AD203B41FA5}">
                      <a16:colId xmlns:a16="http://schemas.microsoft.com/office/drawing/2014/main" val="20007"/>
                    </a:ext>
                  </a:extLst>
                </a:gridCol>
                <a:gridCol w="753453">
                  <a:extLst>
                    <a:ext uri="{9D8B030D-6E8A-4147-A177-3AD203B41FA5}">
                      <a16:colId xmlns:a16="http://schemas.microsoft.com/office/drawing/2014/main" val="20008"/>
                    </a:ext>
                  </a:extLst>
                </a:gridCol>
              </a:tblGrid>
              <a:tr h="374859">
                <a:tc>
                  <a:txBody>
                    <a:bodyPr/>
                    <a:lstStyle/>
                    <a:p>
                      <a:pPr algn="ctr" latinLnBrk="1"/>
                      <a:r>
                        <a:rPr lang="en-US" altLang="ko-KR" sz="1000" dirty="0"/>
                        <a:t>TRS#</a:t>
                      </a:r>
                      <a:endParaRPr lang="ko-KR" altLang="en-US" sz="1000" b="1" dirty="0">
                        <a:latin typeface="Consolas" panose="020B0609020204030204" pitchFamily="49" charset="0"/>
                        <a:cs typeface="Consolas" panose="020B06090202040302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latinLnBrk="1"/>
                      <a:r>
                        <a:rPr lang="en-US" altLang="ko-KR" sz="1000" dirty="0"/>
                        <a:t>Departure</a:t>
                      </a:r>
                      <a:endParaRPr lang="ko-KR" altLang="en-US" sz="1000" b="1" dirty="0">
                        <a:latin typeface="Consolas" panose="020B0609020204030204" pitchFamily="49" charset="0"/>
                        <a:cs typeface="Consolas" panose="020B06090202040302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latinLnBrk="1"/>
                      <a:r>
                        <a:rPr lang="en-US" altLang="ko-KR" sz="1000" dirty="0"/>
                        <a:t>Cause</a:t>
                      </a:r>
                      <a:endParaRPr lang="ko-KR" altLang="en-US" sz="1000" b="1">
                        <a:latin typeface="Consolas" panose="020B0609020204030204" pitchFamily="49" charset="0"/>
                        <a:cs typeface="Consolas" panose="020B06090202040302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latinLnBrk="1"/>
                      <a:r>
                        <a:rPr lang="en-US" altLang="ko-KR" sz="1000" dirty="0"/>
                        <a:t>Status</a:t>
                      </a:r>
                      <a:endParaRPr lang="ko-KR" altLang="en-US" sz="1000" b="1" dirty="0">
                        <a:latin typeface="Consolas" panose="020B0609020204030204" pitchFamily="49" charset="0"/>
                        <a:cs typeface="Consolas" panose="020B06090202040302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latinLnBrk="1"/>
                      <a:r>
                        <a:rPr lang="en-US" altLang="ko-KR" sz="1000" dirty="0"/>
                        <a:t>Open</a:t>
                      </a:r>
                    </a:p>
                    <a:p>
                      <a:pPr algn="ctr" latinLnBrk="1"/>
                      <a:r>
                        <a:rPr lang="en-US" altLang="ko-KR" sz="1000" dirty="0"/>
                        <a:t>Date</a:t>
                      </a:r>
                      <a:endParaRPr lang="ko-KR" altLang="en-US" sz="1000" b="1">
                        <a:latin typeface="Consolas" panose="020B0609020204030204" pitchFamily="49" charset="0"/>
                        <a:cs typeface="Consolas" panose="020B06090202040302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latinLnBrk="1"/>
                      <a:r>
                        <a:rPr lang="en-US" altLang="ko-KR" sz="1000" dirty="0"/>
                        <a:t>Close</a:t>
                      </a:r>
                    </a:p>
                    <a:p>
                      <a:pPr algn="ctr" latinLnBrk="1"/>
                      <a:r>
                        <a:rPr lang="en-US" altLang="ko-KR" sz="1000" dirty="0"/>
                        <a:t>Date</a:t>
                      </a:r>
                      <a:endParaRPr lang="ko-KR" altLang="en-US" sz="1000" b="1">
                        <a:latin typeface="Consolas" panose="020B0609020204030204" pitchFamily="49" charset="0"/>
                        <a:cs typeface="Consolas" panose="020B06090202040302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latinLnBrk="1"/>
                      <a:r>
                        <a:rPr lang="en-US" altLang="ko-KR" sz="1000" dirty="0"/>
                        <a:t>Disposition</a:t>
                      </a:r>
                      <a:endParaRPr lang="ko-KR" altLang="en-US" sz="1000" b="1">
                        <a:latin typeface="Consolas" panose="020B0609020204030204" pitchFamily="49" charset="0"/>
                        <a:cs typeface="Consolas" panose="020B06090202040302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latinLnBrk="1"/>
                      <a:r>
                        <a:rPr lang="en-US" altLang="ko-KR" sz="1000" dirty="0" err="1"/>
                        <a:t>Actionee</a:t>
                      </a:r>
                      <a:endParaRPr lang="ko-KR" altLang="en-US" sz="1000" b="1" dirty="0">
                        <a:latin typeface="Consolas" panose="020B0609020204030204" pitchFamily="49" charset="0"/>
                        <a:cs typeface="Consolas" panose="020B06090202040302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latinLnBrk="1"/>
                      <a:r>
                        <a:rPr lang="en-US" altLang="ko-KR" sz="1000" dirty="0"/>
                        <a:t>Corrective Action</a:t>
                      </a:r>
                      <a:endParaRPr lang="ko-KR" altLang="en-US" sz="1000" b="1" dirty="0">
                        <a:latin typeface="Consolas" panose="020B0609020204030204" pitchFamily="49" charset="0"/>
                        <a:cs typeface="Consolas" panose="020B06090202040302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19036">
                <a:tc>
                  <a:txBody>
                    <a:bodyPr/>
                    <a:lstStyle/>
                    <a:p>
                      <a:pPr algn="ctr" latinLnBrk="1"/>
                      <a:r>
                        <a:rPr lang="en-US" altLang="ko-KR" sz="1000" dirty="0" smtClean="0">
                          <a:latin typeface="+mn-lt"/>
                          <a:cs typeface="+mn-cs"/>
                        </a:rPr>
                        <a:t>28</a:t>
                      </a:r>
                      <a:endParaRPr lang="ko-KR" altLang="en-US" sz="1000" dirty="0">
                        <a:latin typeface="Consolas" panose="020B0609020204030204" pitchFamily="49" charset="0"/>
                        <a:cs typeface="Consolas" panose="020B06090202040302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latinLnBrk="1"/>
                      <a:r>
                        <a:rPr lang="en-US" altLang="ko-KR" sz="1000" dirty="0" smtClean="0">
                          <a:latin typeface="Consolas" panose="020B0609020204030204" pitchFamily="49" charset="0"/>
                          <a:cs typeface="Consolas" panose="020B0609020204030204" pitchFamily="49" charset="0"/>
                        </a:rPr>
                        <a:t>DTNPL_CONFIG (</a:t>
                      </a:r>
                      <a:r>
                        <a:rPr lang="en-US" altLang="ko-KR" sz="1000" dirty="0" err="1" smtClean="0">
                          <a:latin typeface="Consolas" panose="020B0609020204030204" pitchFamily="49" charset="0"/>
                          <a:cs typeface="Consolas" panose="020B0609020204030204" pitchFamily="49" charset="0"/>
                        </a:rPr>
                        <a:t>sco</a:t>
                      </a:r>
                      <a:r>
                        <a:rPr lang="en-US" altLang="ko-KR" sz="1000" dirty="0" smtClean="0">
                          <a:latin typeface="Consolas" panose="020B0609020204030204" pitchFamily="49" charset="0"/>
                          <a:cs typeface="Consolas" panose="020B0609020204030204" pitchFamily="49" charset="0"/>
                        </a:rPr>
                        <a:t> 431)</a:t>
                      </a:r>
                      <a:r>
                        <a:rPr lang="ko-KR" altLang="en-US" sz="1000" dirty="0" smtClean="0">
                          <a:latin typeface="Consolas" panose="020B0609020204030204" pitchFamily="49" charset="0"/>
                          <a:cs typeface="Consolas" panose="020B0609020204030204" pitchFamily="49" charset="0"/>
                        </a:rPr>
                        <a:t>울 통해 </a:t>
                      </a:r>
                      <a:r>
                        <a:rPr lang="en-US" altLang="ko-KR" sz="1000" dirty="0" smtClean="0">
                          <a:latin typeface="Consolas" panose="020B0609020204030204" pitchFamily="49" charset="0"/>
                          <a:cs typeface="Consolas" panose="020B0609020204030204" pitchFamily="49" charset="0"/>
                        </a:rPr>
                        <a:t>CDSCRIPT2 </a:t>
                      </a:r>
                      <a:r>
                        <a:rPr lang="ko-KR" altLang="en-US" sz="1000" dirty="0" smtClean="0">
                          <a:latin typeface="Consolas" panose="020B0609020204030204" pitchFamily="49" charset="0"/>
                          <a:cs typeface="Consolas" panose="020B0609020204030204" pitchFamily="49" charset="0"/>
                        </a:rPr>
                        <a:t>명령을 전송하였으나 </a:t>
                      </a:r>
                      <a:r>
                        <a:rPr lang="en-US" altLang="ko-KR" sz="1000" dirty="0" smtClean="0">
                          <a:latin typeface="Consolas" panose="020B0609020204030204" pitchFamily="49" charset="0"/>
                          <a:cs typeface="Consolas" panose="020B0609020204030204" pitchFamily="49" charset="0"/>
                        </a:rPr>
                        <a:t>DTNPL</a:t>
                      </a:r>
                      <a:r>
                        <a:rPr lang="ko-KR" altLang="en-US" sz="1000" dirty="0" smtClean="0">
                          <a:latin typeface="Consolas" panose="020B0609020204030204" pitchFamily="49" charset="0"/>
                          <a:cs typeface="Consolas" panose="020B0609020204030204" pitchFamily="49" charset="0"/>
                        </a:rPr>
                        <a:t>로부터 </a:t>
                      </a:r>
                      <a:r>
                        <a:rPr lang="en-US" altLang="ko-KR" sz="1000" dirty="0" smtClean="0">
                          <a:latin typeface="Consolas" panose="020B0609020204030204" pitchFamily="49" charset="0"/>
                          <a:cs typeface="Consolas" panose="020B0609020204030204" pitchFamily="49" charset="0"/>
                        </a:rPr>
                        <a:t>PDHU</a:t>
                      </a:r>
                      <a:r>
                        <a:rPr lang="ko-KR" altLang="en-US" sz="1000" dirty="0" smtClean="0">
                          <a:latin typeface="Consolas" panose="020B0609020204030204" pitchFamily="49" charset="0"/>
                          <a:cs typeface="Consolas" panose="020B0609020204030204" pitchFamily="49" charset="0"/>
                        </a:rPr>
                        <a:t>로 데이터가 전송되지 않음</a:t>
                      </a:r>
                      <a:endParaRPr lang="ko-KR" altLang="en-US" sz="1000" dirty="0">
                        <a:latin typeface="Consolas" panose="020B0609020204030204" pitchFamily="49" charset="0"/>
                        <a:cs typeface="Consolas" panose="020B06090202040302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l" latinLnBrk="1"/>
                      <a:r>
                        <a:rPr lang="en-US" altLang="ko-KR" sz="1000" dirty="0" smtClean="0">
                          <a:latin typeface="Consolas" panose="020B0609020204030204" pitchFamily="49" charset="0"/>
                          <a:cs typeface="Consolas" panose="020B0609020204030204" pitchFamily="49" charset="0"/>
                        </a:rPr>
                        <a:t>MDMAUART</a:t>
                      </a:r>
                      <a:r>
                        <a:rPr lang="en-US" altLang="ko-KR" sz="1000" baseline="0" dirty="0" smtClean="0">
                          <a:latin typeface="Consolas" panose="020B0609020204030204" pitchFamily="49" charset="0"/>
                          <a:cs typeface="Consolas" panose="020B0609020204030204" pitchFamily="49" charset="0"/>
                        </a:rPr>
                        <a:t> </a:t>
                      </a:r>
                      <a:r>
                        <a:rPr lang="ko-KR" altLang="en-US" sz="1000" baseline="0" dirty="0" smtClean="0">
                          <a:latin typeface="Consolas" panose="020B0609020204030204" pitchFamily="49" charset="0"/>
                          <a:cs typeface="Consolas" panose="020B0609020204030204" pitchFamily="49" charset="0"/>
                        </a:rPr>
                        <a:t>정의에 따라 </a:t>
                      </a:r>
                      <a:r>
                        <a:rPr lang="en-US" altLang="ko-KR" sz="1000" baseline="0" dirty="0" smtClean="0">
                          <a:latin typeface="Consolas" panose="020B0609020204030204" pitchFamily="49" charset="0"/>
                          <a:cs typeface="Consolas" panose="020B0609020204030204" pitchFamily="49" charset="0"/>
                        </a:rPr>
                        <a:t>DTNPL</a:t>
                      </a:r>
                      <a:r>
                        <a:rPr lang="ko-KR" altLang="en-US" sz="1000" baseline="0" dirty="0" smtClean="0">
                          <a:latin typeface="Consolas" panose="020B0609020204030204" pitchFamily="49" charset="0"/>
                          <a:cs typeface="Consolas" panose="020B0609020204030204" pitchFamily="49" charset="0"/>
                        </a:rPr>
                        <a:t>은 모든 </a:t>
                      </a:r>
                      <a:r>
                        <a:rPr lang="en-US" altLang="ko-KR" sz="1000" baseline="0" dirty="0" smtClean="0">
                          <a:latin typeface="Consolas" panose="020B0609020204030204" pitchFamily="49" charset="0"/>
                          <a:cs typeface="Consolas" panose="020B0609020204030204" pitchFamily="49" charset="0"/>
                        </a:rPr>
                        <a:t>command</a:t>
                      </a:r>
                      <a:r>
                        <a:rPr lang="ko-KR" altLang="en-US" sz="1000" baseline="0" dirty="0" smtClean="0">
                          <a:latin typeface="Consolas" panose="020B0609020204030204" pitchFamily="49" charset="0"/>
                          <a:cs typeface="Consolas" panose="020B0609020204030204" pitchFamily="49" charset="0"/>
                        </a:rPr>
                        <a:t>에 대해 </a:t>
                      </a:r>
                      <a:r>
                        <a:rPr lang="en-US" altLang="ko-KR" sz="1000" baseline="0" dirty="0" smtClean="0">
                          <a:latin typeface="Consolas" panose="020B0609020204030204" pitchFamily="49" charset="0"/>
                          <a:cs typeface="Consolas" panose="020B0609020204030204" pitchFamily="49" charset="0"/>
                        </a:rPr>
                        <a:t>ACK (OK check, 0x12)</a:t>
                      </a:r>
                      <a:r>
                        <a:rPr lang="ko-KR" altLang="en-US" sz="1000" baseline="0" dirty="0" smtClean="0">
                          <a:latin typeface="Consolas" panose="020B0609020204030204" pitchFamily="49" charset="0"/>
                          <a:cs typeface="Consolas" panose="020B0609020204030204" pitchFamily="49" charset="0"/>
                        </a:rPr>
                        <a:t>를 회신해야 하지만</a:t>
                      </a:r>
                      <a:r>
                        <a:rPr lang="en-US" altLang="ko-KR" sz="1000" baseline="0" dirty="0" smtClean="0">
                          <a:latin typeface="Consolas" panose="020B0609020204030204" pitchFamily="49" charset="0"/>
                          <a:cs typeface="Consolas" panose="020B0609020204030204" pitchFamily="49" charset="0"/>
                        </a:rPr>
                        <a:t>, DTNPL</a:t>
                      </a:r>
                      <a:r>
                        <a:rPr lang="ko-KR" altLang="en-US" sz="1000" baseline="0" dirty="0" smtClean="0">
                          <a:latin typeface="Consolas" panose="020B0609020204030204" pitchFamily="49" charset="0"/>
                          <a:cs typeface="Consolas" panose="020B0609020204030204" pitchFamily="49" charset="0"/>
                        </a:rPr>
                        <a:t>의 </a:t>
                      </a:r>
                      <a:r>
                        <a:rPr lang="en-US" altLang="ko-KR" sz="1000" baseline="0" dirty="0" smtClean="0">
                          <a:latin typeface="Consolas" panose="020B0609020204030204" pitchFamily="49" charset="0"/>
                          <a:cs typeface="Consolas" panose="020B0609020204030204" pitchFamily="49" charset="0"/>
                        </a:rPr>
                        <a:t>firmware</a:t>
                      </a:r>
                      <a:r>
                        <a:rPr lang="ko-KR" altLang="en-US" sz="1000" baseline="0" dirty="0" smtClean="0">
                          <a:latin typeface="Consolas" panose="020B0609020204030204" pitchFamily="49" charset="0"/>
                          <a:cs typeface="Consolas" panose="020B0609020204030204" pitchFamily="49" charset="0"/>
                        </a:rPr>
                        <a:t>가 해당 </a:t>
                      </a:r>
                      <a:r>
                        <a:rPr lang="en-US" altLang="ko-KR" sz="1000" baseline="0" dirty="0" smtClean="0">
                          <a:latin typeface="Consolas" panose="020B0609020204030204" pitchFamily="49" charset="0"/>
                          <a:cs typeface="Consolas" panose="020B0609020204030204" pitchFamily="49" charset="0"/>
                        </a:rPr>
                        <a:t>ACK</a:t>
                      </a:r>
                      <a:r>
                        <a:rPr lang="ko-KR" altLang="en-US" sz="1000" baseline="0" dirty="0" smtClean="0">
                          <a:latin typeface="Consolas" panose="020B0609020204030204" pitchFamily="49" charset="0"/>
                          <a:cs typeface="Consolas" panose="020B0609020204030204" pitchFamily="49" charset="0"/>
                        </a:rPr>
                        <a:t>를 전송하지 않음</a:t>
                      </a:r>
                      <a:r>
                        <a:rPr lang="en-US" altLang="ko-KR" sz="1000" baseline="0" dirty="0" smtClean="0">
                          <a:latin typeface="Consolas" panose="020B0609020204030204" pitchFamily="49" charset="0"/>
                          <a:cs typeface="Consolas" panose="020B0609020204030204" pitchFamily="49" charset="0"/>
                        </a:rPr>
                        <a:t> </a:t>
                      </a:r>
                      <a:endParaRPr lang="ko-KR" altLang="en-US" sz="1000" dirty="0">
                        <a:latin typeface="Consolas" panose="020B0609020204030204" pitchFamily="49" charset="0"/>
                        <a:cs typeface="Consolas" panose="020B06090202040302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latinLnBrk="1"/>
                      <a:r>
                        <a:rPr lang="en-US" altLang="ko-KR" sz="1000" dirty="0" smtClean="0">
                          <a:latin typeface="Consolas" panose="020B0609020204030204" pitchFamily="49" charset="0"/>
                          <a:cs typeface="Consolas" panose="020B0609020204030204" pitchFamily="49" charset="0"/>
                        </a:rPr>
                        <a:t>Open</a:t>
                      </a:r>
                      <a:endParaRPr lang="ko-KR" altLang="en-US" sz="1000" dirty="0">
                        <a:latin typeface="Consolas" panose="020B0609020204030204" pitchFamily="49" charset="0"/>
                        <a:cs typeface="Consolas" panose="020B06090202040302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latinLnBrk="1"/>
                      <a:r>
                        <a:rPr lang="en-US" altLang="ko-KR" sz="1000" dirty="0" smtClean="0">
                          <a:latin typeface="Consolas" panose="020B0609020204030204" pitchFamily="49" charset="0"/>
                          <a:cs typeface="Consolas" panose="020B0609020204030204" pitchFamily="49" charset="0"/>
                        </a:rPr>
                        <a:t>2020/04/28</a:t>
                      </a:r>
                      <a:endParaRPr lang="ko-KR" altLang="en-US" sz="1000" dirty="0">
                        <a:latin typeface="Consolas" panose="020B0609020204030204" pitchFamily="49" charset="0"/>
                        <a:cs typeface="Consolas" panose="020B06090202040302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latinLnBrk="1"/>
                      <a:endParaRPr lang="ko-KR" altLang="en-US" sz="1000" dirty="0">
                        <a:latin typeface="Consolas" panose="020B0609020204030204" pitchFamily="49" charset="0"/>
                        <a:cs typeface="Consolas" panose="020B06090202040302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171450" indent="-171450" latinLnBrk="1">
                        <a:buFont typeface="Wingdings" panose="05000000000000000000" pitchFamily="2" charset="2"/>
                        <a:buChar char="§"/>
                      </a:pPr>
                      <a:r>
                        <a:rPr lang="en-US" altLang="ko-KR" sz="1000" dirty="0" smtClean="0">
                          <a:latin typeface="Consolas" panose="020B0609020204030204" pitchFamily="49" charset="0"/>
                          <a:cs typeface="Consolas" panose="020B0609020204030204" pitchFamily="49" charset="0"/>
                        </a:rPr>
                        <a:t>DTNPL</a:t>
                      </a:r>
                      <a:r>
                        <a:rPr lang="ko-KR" altLang="en-US" sz="1000" dirty="0" smtClean="0">
                          <a:latin typeface="Consolas" panose="020B0609020204030204" pitchFamily="49" charset="0"/>
                          <a:cs typeface="Consolas" panose="020B0609020204030204" pitchFamily="49" charset="0"/>
                        </a:rPr>
                        <a:t>의 모든 </a:t>
                      </a:r>
                      <a:r>
                        <a:rPr lang="en-US" altLang="ko-KR" sz="1000" dirty="0" smtClean="0">
                          <a:latin typeface="Consolas" panose="020B0609020204030204" pitchFamily="49" charset="0"/>
                          <a:cs typeface="Consolas" panose="020B0609020204030204" pitchFamily="49" charset="0"/>
                        </a:rPr>
                        <a:t>TLM</a:t>
                      </a:r>
                      <a:r>
                        <a:rPr lang="ko-KR" altLang="en-US" sz="1000" dirty="0" smtClean="0">
                          <a:latin typeface="Consolas" panose="020B0609020204030204" pitchFamily="49" charset="0"/>
                          <a:cs typeface="Consolas" panose="020B0609020204030204" pitchFamily="49" charset="0"/>
                        </a:rPr>
                        <a:t>을 확인하였으나 값이 모두 </a:t>
                      </a:r>
                      <a:r>
                        <a:rPr lang="en-US" altLang="ko-KR" sz="1000" dirty="0" smtClean="0">
                          <a:latin typeface="Consolas" panose="020B0609020204030204" pitchFamily="49" charset="0"/>
                          <a:cs typeface="Consolas" panose="020B0609020204030204" pitchFamily="49" charset="0"/>
                        </a:rPr>
                        <a:t>0</a:t>
                      </a:r>
                      <a:r>
                        <a:rPr lang="ko-KR" altLang="en-US" sz="1000" dirty="0" smtClean="0">
                          <a:latin typeface="Consolas" panose="020B0609020204030204" pitchFamily="49" charset="0"/>
                          <a:cs typeface="Consolas" panose="020B0609020204030204" pitchFamily="49" charset="0"/>
                        </a:rPr>
                        <a:t>이었으며</a:t>
                      </a:r>
                      <a:r>
                        <a:rPr lang="en-US" altLang="ko-KR" sz="1000" dirty="0" smtClean="0">
                          <a:latin typeface="Consolas" panose="020B0609020204030204" pitchFamily="49" charset="0"/>
                          <a:cs typeface="Consolas" panose="020B0609020204030204" pitchFamily="49" charset="0"/>
                        </a:rPr>
                        <a:t>, DTNPL command error counter(TDCMDERRCNT)</a:t>
                      </a:r>
                      <a:r>
                        <a:rPr lang="ko-KR" altLang="en-US" sz="1000" dirty="0" smtClean="0">
                          <a:latin typeface="Consolas" panose="020B0609020204030204" pitchFamily="49" charset="0"/>
                          <a:cs typeface="Consolas" panose="020B0609020204030204" pitchFamily="49" charset="0"/>
                        </a:rPr>
                        <a:t>가 주기적으로 증가하는 것을 확인함</a:t>
                      </a:r>
                      <a:endParaRPr lang="en-US" altLang="ko-KR" sz="1000" dirty="0" smtClean="0">
                        <a:latin typeface="Consolas" panose="020B0609020204030204" pitchFamily="49" charset="0"/>
                        <a:cs typeface="Consolas" panose="020B0609020204030204" pitchFamily="49" charset="0"/>
                      </a:endParaRPr>
                    </a:p>
                    <a:p>
                      <a:pPr marL="171450" indent="-171450" latinLnBrk="1">
                        <a:buFont typeface="Wingdings" panose="05000000000000000000" pitchFamily="2" charset="2"/>
                        <a:buChar char="§"/>
                      </a:pPr>
                      <a:r>
                        <a:rPr lang="en-US" altLang="ko-KR" sz="1000" dirty="0" smtClean="0">
                          <a:latin typeface="Consolas" panose="020B0609020204030204" pitchFamily="49" charset="0"/>
                          <a:cs typeface="Consolas" panose="020B0609020204030204" pitchFamily="49" charset="0"/>
                        </a:rPr>
                        <a:t>DCSCRIPT2 </a:t>
                      </a:r>
                      <a:r>
                        <a:rPr lang="ko-KR" altLang="en-US" sz="1000" dirty="0" smtClean="0">
                          <a:latin typeface="Consolas" panose="020B0609020204030204" pitchFamily="49" charset="0"/>
                          <a:cs typeface="Consolas" panose="020B0609020204030204" pitchFamily="49" charset="0"/>
                        </a:rPr>
                        <a:t>명령을</a:t>
                      </a:r>
                      <a:r>
                        <a:rPr lang="en-US" altLang="ko-KR" sz="1000" dirty="0" smtClean="0">
                          <a:latin typeface="Consolas" panose="020B0609020204030204" pitchFamily="49" charset="0"/>
                          <a:cs typeface="Consolas" panose="020B0609020204030204" pitchFamily="49" charset="0"/>
                        </a:rPr>
                        <a:t> </a:t>
                      </a:r>
                      <a:r>
                        <a:rPr lang="ko-KR" altLang="en-US" sz="1000" dirty="0" smtClean="0">
                          <a:latin typeface="Consolas" panose="020B0609020204030204" pitchFamily="49" charset="0"/>
                          <a:cs typeface="Consolas" panose="020B0609020204030204" pitchFamily="49" charset="0"/>
                        </a:rPr>
                        <a:t>전송하는 경우도 </a:t>
                      </a:r>
                      <a:r>
                        <a:rPr lang="en-US" altLang="ko-KR" sz="1000" dirty="0" smtClean="0">
                          <a:latin typeface="Consolas" panose="020B0609020204030204" pitchFamily="49" charset="0"/>
                          <a:cs typeface="Consolas" panose="020B0609020204030204" pitchFamily="49" charset="0"/>
                        </a:rPr>
                        <a:t>TDCMDERRCNT</a:t>
                      </a:r>
                      <a:r>
                        <a:rPr lang="ko-KR" altLang="en-US" sz="1000" dirty="0" smtClean="0">
                          <a:latin typeface="Consolas" panose="020B0609020204030204" pitchFamily="49" charset="0"/>
                          <a:cs typeface="Consolas" panose="020B0609020204030204" pitchFamily="49" charset="0"/>
                        </a:rPr>
                        <a:t>가 증가함을 확인함</a:t>
                      </a:r>
                      <a:endParaRPr lang="en-US" altLang="ko-KR" sz="1000" dirty="0" smtClean="0">
                        <a:latin typeface="Consolas" panose="020B0609020204030204" pitchFamily="49" charset="0"/>
                        <a:cs typeface="Consolas" panose="020B0609020204030204" pitchFamily="49" charset="0"/>
                      </a:endParaRPr>
                    </a:p>
                    <a:p>
                      <a:pPr marL="171450" indent="-171450" latinLnBrk="1">
                        <a:buFont typeface="Wingdings" panose="05000000000000000000" pitchFamily="2" charset="2"/>
                        <a:buChar char="§"/>
                      </a:pPr>
                      <a:r>
                        <a:rPr lang="en-US" altLang="ko-KR" sz="1000" dirty="0" smtClean="0">
                          <a:latin typeface="Consolas" panose="020B0609020204030204" pitchFamily="49" charset="0"/>
                          <a:cs typeface="Consolas" panose="020B0609020204030204" pitchFamily="49" charset="0"/>
                        </a:rPr>
                        <a:t>DTNPL</a:t>
                      </a:r>
                      <a:r>
                        <a:rPr lang="ko-KR" altLang="en-US" sz="1000" dirty="0" smtClean="0">
                          <a:latin typeface="Consolas" panose="020B0609020204030204" pitchFamily="49" charset="0"/>
                          <a:cs typeface="Consolas" panose="020B0609020204030204" pitchFamily="49" charset="0"/>
                        </a:rPr>
                        <a:t>의 </a:t>
                      </a:r>
                      <a:r>
                        <a:rPr lang="en-US" altLang="ko-KR" sz="1000" dirty="0" smtClean="0">
                          <a:latin typeface="Consolas" panose="020B0609020204030204" pitchFamily="49" charset="0"/>
                          <a:cs typeface="Consolas" panose="020B0609020204030204" pitchFamily="49" charset="0"/>
                        </a:rPr>
                        <a:t>EGSE</a:t>
                      </a:r>
                      <a:r>
                        <a:rPr lang="ko-KR" altLang="en-US" sz="1000" dirty="0" smtClean="0">
                          <a:latin typeface="Consolas" panose="020B0609020204030204" pitchFamily="49" charset="0"/>
                          <a:cs typeface="Consolas" panose="020B0609020204030204" pitchFamily="49" charset="0"/>
                        </a:rPr>
                        <a:t>를 통하여 </a:t>
                      </a:r>
                      <a:r>
                        <a:rPr lang="en-US" altLang="ko-KR" sz="1000" dirty="0" smtClean="0">
                          <a:latin typeface="Consolas" panose="020B0609020204030204" pitchFamily="49" charset="0"/>
                          <a:cs typeface="Consolas" panose="020B0609020204030204" pitchFamily="49" charset="0"/>
                        </a:rPr>
                        <a:t>DTNPL</a:t>
                      </a:r>
                      <a:r>
                        <a:rPr lang="ko-KR" altLang="en-US" sz="1000" dirty="0" smtClean="0">
                          <a:latin typeface="Consolas" panose="020B0609020204030204" pitchFamily="49" charset="0"/>
                          <a:cs typeface="Consolas" panose="020B0609020204030204" pitchFamily="49" charset="0"/>
                        </a:rPr>
                        <a:t>이 </a:t>
                      </a:r>
                      <a:r>
                        <a:rPr lang="en-US" altLang="ko-KR" sz="1000" dirty="0" smtClean="0">
                          <a:latin typeface="Consolas" panose="020B0609020204030204" pitchFamily="49" charset="0"/>
                          <a:cs typeface="Consolas" panose="020B0609020204030204" pitchFamily="49" charset="0"/>
                        </a:rPr>
                        <a:t>CMD</a:t>
                      </a:r>
                      <a:r>
                        <a:rPr lang="ko-KR" altLang="en-US" sz="1000" dirty="0" smtClean="0">
                          <a:latin typeface="Consolas" panose="020B0609020204030204" pitchFamily="49" charset="0"/>
                          <a:cs typeface="Consolas" panose="020B0609020204030204" pitchFamily="49" charset="0"/>
                        </a:rPr>
                        <a:t>를 정상수신하지만 </a:t>
                      </a:r>
                      <a:r>
                        <a:rPr lang="en-US" altLang="ko-KR" sz="1000" dirty="0" smtClean="0">
                          <a:latin typeface="Consolas" panose="020B0609020204030204" pitchFamily="49" charset="0"/>
                          <a:cs typeface="Consolas" panose="020B0609020204030204" pitchFamily="49" charset="0"/>
                        </a:rPr>
                        <a:t>ACK</a:t>
                      </a:r>
                      <a:r>
                        <a:rPr lang="ko-KR" altLang="en-US" sz="1000" dirty="0" smtClean="0">
                          <a:latin typeface="Consolas" panose="020B0609020204030204" pitchFamily="49" charset="0"/>
                          <a:cs typeface="Consolas" panose="020B0609020204030204" pitchFamily="49" charset="0"/>
                        </a:rPr>
                        <a:t>를 전송하지 않는 것으로 확인됨</a:t>
                      </a:r>
                      <a:endParaRPr lang="ko-KR" altLang="en-US" sz="1000" dirty="0">
                        <a:latin typeface="Consolas" panose="020B0609020204030204" pitchFamily="49" charset="0"/>
                        <a:cs typeface="Consolas" panose="020B06090202040302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latinLnBrk="1"/>
                      <a:r>
                        <a:rPr lang="en-US" altLang="ko-KR" sz="1000" dirty="0" smtClean="0">
                          <a:latin typeface="Consolas" panose="020B0609020204030204" pitchFamily="49" charset="0"/>
                          <a:cs typeface="Consolas" panose="020B0609020204030204" pitchFamily="49" charset="0"/>
                        </a:rPr>
                        <a:t>ETRI</a:t>
                      </a:r>
                      <a:endParaRPr lang="ko-KR" altLang="en-US" sz="1000" dirty="0">
                        <a:latin typeface="Consolas" panose="020B0609020204030204" pitchFamily="49" charset="0"/>
                        <a:cs typeface="Consolas" panose="020B06090202040302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latinLnBrk="1"/>
                      <a:endParaRPr lang="ko-KR" altLang="en-US" sz="1000" dirty="0">
                        <a:latin typeface="Consolas" panose="020B0609020204030204" pitchFamily="49" charset="0"/>
                        <a:cs typeface="Consolas" panose="020B06090202040302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내용 개체 틀 2">
            <a:extLst>
              <a:ext uri="{FF2B5EF4-FFF2-40B4-BE49-F238E27FC236}">
                <a16:creationId xmlns:a16="http://schemas.microsoft.com/office/drawing/2014/main" id="{99840BB2-6995-4C14-9DA1-61244DE5DF91}"/>
              </a:ext>
            </a:extLst>
          </p:cNvPr>
          <p:cNvSpPr>
            <a:spLocks noGrp="1"/>
          </p:cNvSpPr>
          <p:nvPr>
            <p:ph idx="1"/>
          </p:nvPr>
        </p:nvSpPr>
        <p:spPr>
          <a:xfrm>
            <a:off x="188133" y="980728"/>
            <a:ext cx="8784976" cy="5358590"/>
          </a:xfrm>
        </p:spPr>
        <p:txBody>
          <a:bodyPr/>
          <a:lstStyle/>
          <a:p>
            <a:endParaRPr lang="en-US" altLang="ko-KR" dirty="0" smtClean="0"/>
          </a:p>
          <a:p>
            <a:endParaRPr lang="en-US" altLang="ko-KR" dirty="0"/>
          </a:p>
          <a:p>
            <a:endParaRPr lang="en-US" altLang="ko-KR" dirty="0" smtClean="0"/>
          </a:p>
          <a:p>
            <a:endParaRPr lang="en-US" altLang="ko-KR" dirty="0"/>
          </a:p>
          <a:p>
            <a:endParaRPr lang="en-US" altLang="ko-KR" dirty="0" smtClean="0"/>
          </a:p>
          <a:p>
            <a:endParaRPr lang="en-US" altLang="ko-KR" dirty="0"/>
          </a:p>
          <a:p>
            <a:endParaRPr lang="en-US" altLang="ko-KR" dirty="0" smtClean="0"/>
          </a:p>
          <a:p>
            <a:r>
              <a:rPr lang="en-US" altLang="ko-KR" dirty="0" smtClean="0"/>
              <a:t>TRS Status</a:t>
            </a:r>
          </a:p>
          <a:p>
            <a:pPr lvl="1"/>
            <a:r>
              <a:rPr lang="en-US" altLang="ko-KR" dirty="0" smtClean="0"/>
              <a:t>ETB </a:t>
            </a:r>
            <a:r>
              <a:rPr lang="ko-KR" altLang="en-US" dirty="0" smtClean="0"/>
              <a:t>인터페이스 시험 시 정상적으로 작동함을 확인 </a:t>
            </a:r>
            <a:r>
              <a:rPr lang="en-US" altLang="ko-KR" dirty="0" smtClean="0"/>
              <a:t>(‘20.8.19)</a:t>
            </a:r>
          </a:p>
          <a:p>
            <a:pPr lvl="1"/>
            <a:r>
              <a:rPr lang="en-US" altLang="ko-KR" dirty="0" smtClean="0"/>
              <a:t>ETB </a:t>
            </a:r>
            <a:r>
              <a:rPr lang="ko-KR" altLang="en-US" dirty="0" smtClean="0"/>
              <a:t>시험을 통하여 재 검증 후 </a:t>
            </a:r>
            <a:r>
              <a:rPr lang="en-US" altLang="ko-KR" dirty="0" smtClean="0"/>
              <a:t>close </a:t>
            </a:r>
            <a:r>
              <a:rPr lang="ko-KR" altLang="en-US" dirty="0" smtClean="0"/>
              <a:t>예정</a:t>
            </a:r>
            <a:endParaRPr lang="en-US" altLang="ko-KR" dirty="0" smtClean="0"/>
          </a:p>
          <a:p>
            <a:pPr lvl="1"/>
            <a:endParaRPr lang="ko-KR" altLang="en-US" dirty="0"/>
          </a:p>
        </p:txBody>
      </p:sp>
    </p:spTree>
    <p:extLst>
      <p:ext uri="{BB962C8B-B14F-4D97-AF65-F5344CB8AC3E}">
        <p14:creationId xmlns:p14="http://schemas.microsoft.com/office/powerpoint/2010/main" val="374367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64F239D-842E-4BAB-AE8A-FBFF56A60962}"/>
              </a:ext>
            </a:extLst>
          </p:cNvPr>
          <p:cNvSpPr>
            <a:spLocks noGrp="1"/>
          </p:cNvSpPr>
          <p:nvPr>
            <p:ph type="title"/>
          </p:nvPr>
        </p:nvSpPr>
        <p:spPr/>
        <p:txBody>
          <a:bodyPr/>
          <a:lstStyle/>
          <a:p>
            <a:r>
              <a:rPr lang="en-US" altLang="ko-KR" dirty="0"/>
              <a:t>8</a:t>
            </a:r>
            <a:r>
              <a:rPr lang="en-US" altLang="ko-KR" dirty="0" smtClean="0"/>
              <a:t>. </a:t>
            </a:r>
            <a:r>
              <a:rPr lang="en-US" altLang="ko-KR" dirty="0"/>
              <a:t>Test Equipment Status (1/2)</a:t>
            </a:r>
            <a:endParaRPr lang="ko-KR" altLang="en-US" dirty="0"/>
          </a:p>
        </p:txBody>
      </p:sp>
      <p:sp>
        <p:nvSpPr>
          <p:cNvPr id="3" name="내용 개체 틀 2">
            <a:extLst>
              <a:ext uri="{FF2B5EF4-FFF2-40B4-BE49-F238E27FC236}">
                <a16:creationId xmlns:a16="http://schemas.microsoft.com/office/drawing/2014/main" id="{96B04B0A-73E9-4F6C-B48C-BE7EC898697D}"/>
              </a:ext>
            </a:extLst>
          </p:cNvPr>
          <p:cNvSpPr>
            <a:spLocks noGrp="1"/>
          </p:cNvSpPr>
          <p:nvPr>
            <p:ph idx="1"/>
          </p:nvPr>
        </p:nvSpPr>
        <p:spPr/>
        <p:txBody>
          <a:bodyPr/>
          <a:lstStyle/>
          <a:p>
            <a:r>
              <a:rPr lang="en-US" altLang="ko-KR" dirty="0"/>
              <a:t>EGSE</a:t>
            </a:r>
          </a:p>
          <a:p>
            <a:endParaRPr lang="en-US" altLang="ko-KR" dirty="0" smtClean="0"/>
          </a:p>
          <a:p>
            <a:endParaRPr lang="en-US" altLang="ko-KR" dirty="0"/>
          </a:p>
          <a:p>
            <a:endParaRPr lang="en-US" altLang="ko-KR" dirty="0" smtClean="0"/>
          </a:p>
          <a:p>
            <a:endParaRPr lang="en-US" altLang="ko-KR" dirty="0" smtClean="0"/>
          </a:p>
          <a:p>
            <a:endParaRPr lang="en-US" altLang="ko-KR" dirty="0" smtClean="0"/>
          </a:p>
          <a:p>
            <a:endParaRPr lang="en-US" altLang="ko-KR" dirty="0" smtClean="0"/>
          </a:p>
          <a:p>
            <a:endParaRPr lang="en-US" altLang="ko-KR" dirty="0" smtClean="0"/>
          </a:p>
          <a:p>
            <a:r>
              <a:rPr lang="en-US" altLang="ko-KR" dirty="0" smtClean="0"/>
              <a:t>MGSE</a:t>
            </a:r>
            <a:endParaRPr lang="en-US" altLang="ko-KR" dirty="0"/>
          </a:p>
          <a:p>
            <a:pPr lvl="1"/>
            <a:r>
              <a:rPr lang="en-US" altLang="ko-KR" dirty="0"/>
              <a:t>None</a:t>
            </a:r>
          </a:p>
          <a:p>
            <a:endParaRPr lang="en-US" altLang="ko-KR" dirty="0"/>
          </a:p>
          <a:p>
            <a:endParaRPr lang="en-US" altLang="ko-KR" dirty="0"/>
          </a:p>
          <a:p>
            <a:pPr lvl="1"/>
            <a:endParaRPr lang="en-US" altLang="ko-KR" dirty="0"/>
          </a:p>
          <a:p>
            <a:pPr lvl="1"/>
            <a:endParaRPr lang="en-US" altLang="ko-KR" dirty="0"/>
          </a:p>
          <a:p>
            <a:pPr lvl="1"/>
            <a:endParaRPr lang="en-US" altLang="ko-KR" dirty="0"/>
          </a:p>
          <a:p>
            <a:pPr lvl="1"/>
            <a:endParaRPr lang="en-US" altLang="ko-KR" dirty="0"/>
          </a:p>
          <a:p>
            <a:pPr lvl="2"/>
            <a:endParaRPr lang="en-US" altLang="ko-KR" dirty="0">
              <a:sym typeface="Wingdings" panose="05000000000000000000" pitchFamily="2" charset="2"/>
            </a:endParaRPr>
          </a:p>
          <a:p>
            <a:endParaRPr lang="en-US" altLang="ko-KR" dirty="0"/>
          </a:p>
        </p:txBody>
      </p:sp>
      <p:sp>
        <p:nvSpPr>
          <p:cNvPr id="4" name="슬라이드 번호 개체 틀 3">
            <a:extLst>
              <a:ext uri="{FF2B5EF4-FFF2-40B4-BE49-F238E27FC236}">
                <a16:creationId xmlns:a16="http://schemas.microsoft.com/office/drawing/2014/main" id="{50F8F762-1976-4B03-BC45-5B62056191A8}"/>
              </a:ext>
            </a:extLst>
          </p:cNvPr>
          <p:cNvSpPr>
            <a:spLocks noGrp="1"/>
          </p:cNvSpPr>
          <p:nvPr>
            <p:ph type="sldNum" sz="quarter" idx="4"/>
          </p:nvPr>
        </p:nvSpPr>
        <p:spPr/>
        <p:txBody>
          <a:bodyPr/>
          <a:lstStyle/>
          <a:p>
            <a:fld id="{5FF3941A-8195-4E1C-AD48-53675AE8B136}" type="slidenum">
              <a:rPr lang="en-US" altLang="ko-KR" smtClean="0"/>
              <a:pPr/>
              <a:t>11</a:t>
            </a:fld>
            <a:endParaRPr lang="en-US" altLang="ko-KR" dirty="0"/>
          </a:p>
        </p:txBody>
      </p:sp>
      <p:graphicFrame>
        <p:nvGraphicFramePr>
          <p:cNvPr id="7" name="내용 개체 틀 3">
            <a:extLst>
              <a:ext uri="{FF2B5EF4-FFF2-40B4-BE49-F238E27FC236}">
                <a16:creationId xmlns:a16="http://schemas.microsoft.com/office/drawing/2014/main" id="{522A1054-10C3-44BB-9A98-DFC6D18A0045}"/>
              </a:ext>
            </a:extLst>
          </p:cNvPr>
          <p:cNvGraphicFramePr>
            <a:graphicFrameLocks/>
          </p:cNvGraphicFramePr>
          <p:nvPr>
            <p:extLst>
              <p:ext uri="{D42A27DB-BD31-4B8C-83A1-F6EECF244321}">
                <p14:modId xmlns:p14="http://schemas.microsoft.com/office/powerpoint/2010/main" val="2731378162"/>
              </p:ext>
            </p:extLst>
          </p:nvPr>
        </p:nvGraphicFramePr>
        <p:xfrm>
          <a:off x="437910" y="1412776"/>
          <a:ext cx="8229598" cy="2334975"/>
        </p:xfrm>
        <a:graphic>
          <a:graphicData uri="http://schemas.openxmlformats.org/drawingml/2006/table">
            <a:tbl>
              <a:tblPr firstRow="1" bandRow="1">
                <a:tableStyleId>{5C22544A-7EE6-4342-B048-85BDC9FD1C3A}</a:tableStyleId>
              </a:tblPr>
              <a:tblGrid>
                <a:gridCol w="606390">
                  <a:extLst>
                    <a:ext uri="{9D8B030D-6E8A-4147-A177-3AD203B41FA5}">
                      <a16:colId xmlns:a16="http://schemas.microsoft.com/office/drawing/2014/main" val="20000"/>
                    </a:ext>
                  </a:extLst>
                </a:gridCol>
                <a:gridCol w="1026086">
                  <a:extLst>
                    <a:ext uri="{9D8B030D-6E8A-4147-A177-3AD203B41FA5}">
                      <a16:colId xmlns:a16="http://schemas.microsoft.com/office/drawing/2014/main" val="20001"/>
                    </a:ext>
                  </a:extLst>
                </a:gridCol>
                <a:gridCol w="1816187">
                  <a:extLst>
                    <a:ext uri="{9D8B030D-6E8A-4147-A177-3AD203B41FA5}">
                      <a16:colId xmlns:a16="http://schemas.microsoft.com/office/drawing/2014/main" val="20002"/>
                    </a:ext>
                  </a:extLst>
                </a:gridCol>
                <a:gridCol w="1189549">
                  <a:extLst>
                    <a:ext uri="{9D8B030D-6E8A-4147-A177-3AD203B41FA5}">
                      <a16:colId xmlns:a16="http://schemas.microsoft.com/office/drawing/2014/main" val="20003"/>
                    </a:ext>
                  </a:extLst>
                </a:gridCol>
                <a:gridCol w="1709975">
                  <a:extLst>
                    <a:ext uri="{9D8B030D-6E8A-4147-A177-3AD203B41FA5}">
                      <a16:colId xmlns:a16="http://schemas.microsoft.com/office/drawing/2014/main" val="20004"/>
                    </a:ext>
                  </a:extLst>
                </a:gridCol>
                <a:gridCol w="1881411">
                  <a:extLst>
                    <a:ext uri="{9D8B030D-6E8A-4147-A177-3AD203B41FA5}">
                      <a16:colId xmlns:a16="http://schemas.microsoft.com/office/drawing/2014/main" val="20005"/>
                    </a:ext>
                  </a:extLst>
                </a:gridCol>
              </a:tblGrid>
              <a:tr h="548403">
                <a:tc>
                  <a:txBody>
                    <a:bodyPr/>
                    <a:lstStyle/>
                    <a:p>
                      <a:pPr algn="ctr" latinLnBrk="1"/>
                      <a:r>
                        <a:rPr lang="en-US" altLang="ko-KR" sz="1600" dirty="0">
                          <a:latin typeface="Arial" panose="020B0604020202020204" pitchFamily="34" charset="0"/>
                          <a:cs typeface="Arial" panose="020B0604020202020204" pitchFamily="34" charset="0"/>
                        </a:rPr>
                        <a:t>NO.</a:t>
                      </a:r>
                      <a:endParaRPr lang="ko-KR" altLang="en-US" sz="1600" dirty="0">
                        <a:latin typeface="Arial" panose="020B0604020202020204" pitchFamily="34" charset="0"/>
                        <a:cs typeface="Arial" panose="020B0604020202020204" pitchFamily="34" charset="0"/>
                      </a:endParaRPr>
                    </a:p>
                  </a:txBody>
                  <a:tcPr marL="42794" marR="42794" anchor="ctr"/>
                </a:tc>
                <a:tc>
                  <a:txBody>
                    <a:bodyPr/>
                    <a:lstStyle/>
                    <a:p>
                      <a:pPr algn="ctr" latinLnBrk="1"/>
                      <a:r>
                        <a:rPr lang="en-US" altLang="ko-KR" sz="1600" dirty="0">
                          <a:latin typeface="Arial" panose="020B0604020202020204" pitchFamily="34" charset="0"/>
                          <a:cs typeface="Arial" panose="020B0604020202020204" pitchFamily="34" charset="0"/>
                        </a:rPr>
                        <a:t>ITEM</a:t>
                      </a:r>
                      <a:endParaRPr lang="ko-KR" altLang="en-US" sz="1600" dirty="0">
                        <a:latin typeface="Arial" panose="020B0604020202020204" pitchFamily="34" charset="0"/>
                        <a:cs typeface="Arial" panose="020B0604020202020204" pitchFamily="34" charset="0"/>
                      </a:endParaRPr>
                    </a:p>
                  </a:txBody>
                  <a:tcPr marL="42794" marR="42794" anchor="ctr"/>
                </a:tc>
                <a:tc>
                  <a:txBody>
                    <a:bodyPr/>
                    <a:lstStyle/>
                    <a:p>
                      <a:pPr algn="ctr" latinLnBrk="1"/>
                      <a:r>
                        <a:rPr lang="en-US" altLang="ko-KR" sz="1600" dirty="0">
                          <a:latin typeface="Arial" panose="020B0604020202020204" pitchFamily="34" charset="0"/>
                          <a:cs typeface="Arial" panose="020B0604020202020204" pitchFamily="34" charset="0"/>
                        </a:rPr>
                        <a:t>Validation</a:t>
                      </a:r>
                      <a:r>
                        <a:rPr lang="en-US" altLang="ko-KR" sz="1600" baseline="0" dirty="0">
                          <a:latin typeface="Arial" panose="020B0604020202020204" pitchFamily="34" charset="0"/>
                          <a:cs typeface="Arial" panose="020B0604020202020204" pitchFamily="34" charset="0"/>
                        </a:rPr>
                        <a:t> Date</a:t>
                      </a:r>
                      <a:endParaRPr lang="ko-KR" altLang="en-US" sz="1600" dirty="0">
                        <a:latin typeface="Arial" panose="020B0604020202020204" pitchFamily="34" charset="0"/>
                        <a:cs typeface="Arial" panose="020B0604020202020204" pitchFamily="34" charset="0"/>
                      </a:endParaRPr>
                    </a:p>
                  </a:txBody>
                  <a:tcPr marL="42794" marR="42794" anchor="ctr"/>
                </a:tc>
                <a:tc>
                  <a:txBody>
                    <a:bodyPr/>
                    <a:lstStyle/>
                    <a:p>
                      <a:pPr algn="ctr" latinLnBrk="1"/>
                      <a:r>
                        <a:rPr lang="en-US" altLang="ko-KR" sz="1600" dirty="0">
                          <a:latin typeface="Arial" panose="020B0604020202020204" pitchFamily="34" charset="0"/>
                          <a:cs typeface="Arial" panose="020B0604020202020204" pitchFamily="34" charset="0"/>
                        </a:rPr>
                        <a:t>S/W version</a:t>
                      </a:r>
                      <a:endParaRPr lang="ko-KR" altLang="en-US" sz="1600" dirty="0">
                        <a:latin typeface="Arial" panose="020B0604020202020204" pitchFamily="34" charset="0"/>
                        <a:cs typeface="Arial" panose="020B0604020202020204" pitchFamily="34" charset="0"/>
                      </a:endParaRPr>
                    </a:p>
                  </a:txBody>
                  <a:tcPr marL="42794" marR="42794" anchor="ctr"/>
                </a:tc>
                <a:tc>
                  <a:txBody>
                    <a:bodyPr/>
                    <a:lstStyle/>
                    <a:p>
                      <a:pPr algn="ctr" latinLnBrk="1"/>
                      <a:r>
                        <a:rPr lang="en-US" altLang="ko-KR" sz="1600" dirty="0">
                          <a:latin typeface="Arial" panose="020B0604020202020204" pitchFamily="34" charset="0"/>
                          <a:cs typeface="Arial" panose="020B0604020202020204" pitchFamily="34" charset="0"/>
                        </a:rPr>
                        <a:t>Update date</a:t>
                      </a:r>
                      <a:endParaRPr lang="ko-KR" altLang="en-US" sz="1600" dirty="0">
                        <a:latin typeface="Arial" panose="020B0604020202020204" pitchFamily="34" charset="0"/>
                        <a:cs typeface="Arial" panose="020B0604020202020204" pitchFamily="34" charset="0"/>
                      </a:endParaRPr>
                    </a:p>
                  </a:txBody>
                  <a:tcPr marL="42794" marR="42794" anchor="ctr"/>
                </a:tc>
                <a:tc>
                  <a:txBody>
                    <a:bodyPr/>
                    <a:lstStyle/>
                    <a:p>
                      <a:pPr algn="ctr" latinLnBrk="1"/>
                      <a:r>
                        <a:rPr lang="en-US" altLang="ko-KR" sz="1600" dirty="0">
                          <a:latin typeface="Arial" panose="020B0604020202020204" pitchFamily="34" charset="0"/>
                          <a:cs typeface="Arial" panose="020B0604020202020204" pitchFamily="34" charset="0"/>
                        </a:rPr>
                        <a:t>Remarks</a:t>
                      </a:r>
                      <a:endParaRPr lang="ko-KR" altLang="en-US" sz="1600" dirty="0">
                        <a:latin typeface="Arial" panose="020B0604020202020204" pitchFamily="34" charset="0"/>
                        <a:cs typeface="Arial" panose="020B0604020202020204" pitchFamily="34" charset="0"/>
                      </a:endParaRPr>
                    </a:p>
                  </a:txBody>
                  <a:tcPr marL="42794" marR="42794" anchor="ctr"/>
                </a:tc>
                <a:extLst>
                  <a:ext uri="{0D108BD9-81ED-4DB2-BD59-A6C34878D82A}">
                    <a16:rowId xmlns:a16="http://schemas.microsoft.com/office/drawing/2014/main" val="10000"/>
                  </a:ext>
                </a:extLst>
              </a:tr>
              <a:tr h="351171">
                <a:tc>
                  <a:txBody>
                    <a:bodyPr/>
                    <a:lstStyle/>
                    <a:p>
                      <a:pPr algn="ctr" latinLnBrk="1"/>
                      <a:r>
                        <a:rPr lang="en-US" altLang="ko-KR" sz="1600" dirty="0">
                          <a:solidFill>
                            <a:schemeClr val="tx1"/>
                          </a:solidFill>
                          <a:latin typeface="Arial" panose="020B0604020202020204" pitchFamily="34" charset="0"/>
                          <a:cs typeface="Arial" panose="020B0604020202020204" pitchFamily="34" charset="0"/>
                        </a:rPr>
                        <a:t>1</a:t>
                      </a:r>
                      <a:endParaRPr lang="ko-KR" altLang="en-US" sz="1600" dirty="0">
                        <a:solidFill>
                          <a:schemeClr val="tx1"/>
                        </a:solidFill>
                        <a:latin typeface="Arial" panose="020B0604020202020204" pitchFamily="34" charset="0"/>
                        <a:cs typeface="Arial" panose="020B0604020202020204" pitchFamily="34" charset="0"/>
                      </a:endParaRPr>
                    </a:p>
                  </a:txBody>
                  <a:tcPr marL="42794" marR="42794"/>
                </a:tc>
                <a:tc>
                  <a:txBody>
                    <a:bodyPr/>
                    <a:lstStyle/>
                    <a:p>
                      <a:pPr algn="ctr" latinLnBrk="1"/>
                      <a:r>
                        <a:rPr lang="en-US" altLang="ko-KR" sz="1600" dirty="0" smtClean="0">
                          <a:solidFill>
                            <a:schemeClr val="tx1"/>
                          </a:solidFill>
                          <a:latin typeface="Arial" panose="020B0604020202020204" pitchFamily="34" charset="0"/>
                          <a:cs typeface="Arial" panose="020B0604020202020204" pitchFamily="34" charset="0"/>
                        </a:rPr>
                        <a:t>DCC</a:t>
                      </a:r>
                      <a:endParaRPr lang="ko-KR" altLang="en-US" sz="1600" dirty="0">
                        <a:solidFill>
                          <a:schemeClr val="tx1"/>
                        </a:solidFill>
                        <a:latin typeface="Arial" panose="020B0604020202020204" pitchFamily="34" charset="0"/>
                        <a:cs typeface="Arial" panose="020B0604020202020204" pitchFamily="34" charset="0"/>
                      </a:endParaRPr>
                    </a:p>
                  </a:txBody>
                  <a:tcPr marL="42794" marR="42794"/>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600" dirty="0" smtClean="0">
                          <a:solidFill>
                            <a:schemeClr val="tx1"/>
                          </a:solidFill>
                          <a:latin typeface="Arial" panose="020B0604020202020204" pitchFamily="34" charset="0"/>
                          <a:cs typeface="Arial" panose="020B0604020202020204" pitchFamily="34" charset="0"/>
                        </a:rPr>
                        <a:t>NA</a:t>
                      </a:r>
                      <a:endParaRPr lang="ko-KR" altLang="en-US" sz="1600" dirty="0">
                        <a:solidFill>
                          <a:schemeClr val="tx1"/>
                        </a:solidFill>
                        <a:latin typeface="Arial" panose="020B0604020202020204" pitchFamily="34" charset="0"/>
                        <a:cs typeface="Arial" panose="020B0604020202020204" pitchFamily="34" charset="0"/>
                      </a:endParaRPr>
                    </a:p>
                  </a:txBody>
                  <a:tcPr marL="42794" marR="42794"/>
                </a:tc>
                <a:tc>
                  <a:txBody>
                    <a:bodyPr/>
                    <a:lstStyle/>
                    <a:p>
                      <a:pPr algn="ctr" latinLnBrk="1"/>
                      <a:r>
                        <a:rPr lang="en-US" altLang="ko-KR" sz="1600" dirty="0">
                          <a:solidFill>
                            <a:schemeClr val="tx1"/>
                          </a:solidFill>
                          <a:latin typeface="Arial" panose="020B0604020202020204" pitchFamily="34" charset="0"/>
                          <a:cs typeface="Arial" panose="020B0604020202020204" pitchFamily="34" charset="0"/>
                        </a:rPr>
                        <a:t>1.0</a:t>
                      </a:r>
                      <a:endParaRPr lang="ko-KR" altLang="en-US" sz="1600" dirty="0">
                        <a:solidFill>
                          <a:schemeClr val="tx1"/>
                        </a:solidFill>
                        <a:latin typeface="Arial" panose="020B0604020202020204" pitchFamily="34" charset="0"/>
                        <a:cs typeface="Arial" panose="020B0604020202020204" pitchFamily="34" charset="0"/>
                      </a:endParaRPr>
                    </a:p>
                  </a:txBody>
                  <a:tcPr marL="42794" marR="42794"/>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600" dirty="0" smtClean="0">
                          <a:solidFill>
                            <a:schemeClr val="tx1"/>
                          </a:solidFill>
                          <a:latin typeface="Arial" panose="020B0604020202020204" pitchFamily="34" charset="0"/>
                          <a:cs typeface="Arial" panose="020B0604020202020204" pitchFamily="34" charset="0"/>
                        </a:rPr>
                        <a:t>NA</a:t>
                      </a:r>
                      <a:endParaRPr lang="ko-KR" altLang="en-US" sz="1600" dirty="0">
                        <a:solidFill>
                          <a:schemeClr val="tx1"/>
                        </a:solidFill>
                        <a:latin typeface="Arial" panose="020B0604020202020204" pitchFamily="34" charset="0"/>
                        <a:cs typeface="Arial" panose="020B0604020202020204" pitchFamily="34" charset="0"/>
                      </a:endParaRPr>
                    </a:p>
                  </a:txBody>
                  <a:tcPr marL="42794" marR="42794"/>
                </a:tc>
                <a:tc>
                  <a:txBody>
                    <a:bodyPr/>
                    <a:lstStyle/>
                    <a:p>
                      <a:pPr algn="ctr" latinLnBrk="1"/>
                      <a:r>
                        <a:rPr lang="en-US" altLang="ko-KR" sz="1600" dirty="0" smtClean="0">
                          <a:solidFill>
                            <a:schemeClr val="tx1"/>
                          </a:solidFill>
                          <a:latin typeface="Arial" panose="020B0604020202020204" pitchFamily="34" charset="0"/>
                          <a:cs typeface="Arial" panose="020B0604020202020204" pitchFamily="34" charset="0"/>
                        </a:rPr>
                        <a:t>Note PC</a:t>
                      </a:r>
                      <a:endParaRPr lang="ko-KR" altLang="en-US" sz="1600" dirty="0">
                        <a:solidFill>
                          <a:schemeClr val="tx1"/>
                        </a:solidFill>
                        <a:latin typeface="Arial" panose="020B0604020202020204" pitchFamily="34" charset="0"/>
                        <a:cs typeface="Arial" panose="020B0604020202020204" pitchFamily="34" charset="0"/>
                      </a:endParaRPr>
                    </a:p>
                  </a:txBody>
                  <a:tcPr marL="42794" marR="42794"/>
                </a:tc>
                <a:extLst>
                  <a:ext uri="{0D108BD9-81ED-4DB2-BD59-A6C34878D82A}">
                    <a16:rowId xmlns:a16="http://schemas.microsoft.com/office/drawing/2014/main" val="10001"/>
                  </a:ext>
                </a:extLst>
              </a:tr>
              <a:tr h="351171">
                <a:tc>
                  <a:txBody>
                    <a:bodyPr/>
                    <a:lstStyle/>
                    <a:p>
                      <a:pPr algn="ctr" latinLnBrk="1"/>
                      <a:r>
                        <a:rPr lang="en-US" altLang="ko-KR" sz="1600" dirty="0">
                          <a:solidFill>
                            <a:schemeClr val="tx1"/>
                          </a:solidFill>
                          <a:latin typeface="Arial" panose="020B0604020202020204" pitchFamily="34" charset="0"/>
                          <a:cs typeface="Arial" panose="020B0604020202020204" pitchFamily="34" charset="0"/>
                        </a:rPr>
                        <a:t>2</a:t>
                      </a:r>
                      <a:endParaRPr lang="ko-KR" altLang="en-US" sz="1600" dirty="0">
                        <a:solidFill>
                          <a:schemeClr val="tx1"/>
                        </a:solidFill>
                        <a:latin typeface="Arial" panose="020B0604020202020204" pitchFamily="34" charset="0"/>
                        <a:cs typeface="Arial" panose="020B0604020202020204" pitchFamily="34" charset="0"/>
                      </a:endParaRPr>
                    </a:p>
                  </a:txBody>
                  <a:tcPr marL="42794" marR="42794"/>
                </a:tc>
                <a:tc>
                  <a:txBody>
                    <a:bodyPr/>
                    <a:lstStyle/>
                    <a:p>
                      <a:pPr algn="ctr" latinLnBrk="1"/>
                      <a:r>
                        <a:rPr lang="en-US" altLang="ko-KR" sz="1600" dirty="0" smtClean="0">
                          <a:solidFill>
                            <a:schemeClr val="tx1"/>
                          </a:solidFill>
                          <a:latin typeface="Arial" panose="020B0604020202020204" pitchFamily="34" charset="0"/>
                          <a:cs typeface="Arial" panose="020B0604020202020204" pitchFamily="34" charset="0"/>
                        </a:rPr>
                        <a:t>LCM</a:t>
                      </a:r>
                      <a:endParaRPr lang="ko-KR" altLang="en-US" sz="1600" dirty="0">
                        <a:solidFill>
                          <a:schemeClr val="tx1"/>
                        </a:solidFill>
                        <a:latin typeface="Arial" panose="020B0604020202020204" pitchFamily="34" charset="0"/>
                        <a:cs typeface="Arial" panose="020B0604020202020204" pitchFamily="34" charset="0"/>
                      </a:endParaRPr>
                    </a:p>
                  </a:txBody>
                  <a:tcPr marL="42794" marR="42794"/>
                </a:tc>
                <a:tc>
                  <a:txBody>
                    <a:bodyPr/>
                    <a:lstStyle/>
                    <a:p>
                      <a:pPr algn="ctr" latinLnBrk="1"/>
                      <a:r>
                        <a:rPr lang="en-US" altLang="ko-KR" sz="1600" dirty="0" smtClean="0">
                          <a:solidFill>
                            <a:schemeClr val="tx1"/>
                          </a:solidFill>
                          <a:latin typeface="Arial" panose="020B0604020202020204" pitchFamily="34" charset="0"/>
                          <a:cs typeface="Arial" panose="020B0604020202020204" pitchFamily="34" charset="0"/>
                        </a:rPr>
                        <a:t>NA</a:t>
                      </a:r>
                      <a:endParaRPr lang="ko-KR" altLang="en-US" sz="1600" dirty="0">
                        <a:solidFill>
                          <a:schemeClr val="tx1"/>
                        </a:solidFill>
                        <a:latin typeface="Arial" panose="020B0604020202020204" pitchFamily="34" charset="0"/>
                        <a:cs typeface="Arial" panose="020B0604020202020204" pitchFamily="34" charset="0"/>
                      </a:endParaRPr>
                    </a:p>
                  </a:txBody>
                  <a:tcPr marL="42794" marR="42794"/>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600" dirty="0">
                          <a:solidFill>
                            <a:schemeClr val="tx1"/>
                          </a:solidFill>
                          <a:latin typeface="Arial" panose="020B0604020202020204" pitchFamily="34" charset="0"/>
                          <a:cs typeface="Arial" panose="020B0604020202020204" pitchFamily="34" charset="0"/>
                        </a:rPr>
                        <a:t>1.0</a:t>
                      </a:r>
                      <a:endParaRPr lang="ko-KR" altLang="en-US" sz="1600" dirty="0">
                        <a:solidFill>
                          <a:schemeClr val="tx1"/>
                        </a:solidFill>
                        <a:latin typeface="Arial" panose="020B0604020202020204" pitchFamily="34" charset="0"/>
                        <a:cs typeface="Arial" panose="020B0604020202020204" pitchFamily="34" charset="0"/>
                      </a:endParaRPr>
                    </a:p>
                  </a:txBody>
                  <a:tcPr marL="42794" marR="42794"/>
                </a:tc>
                <a:tc>
                  <a:txBody>
                    <a:bodyPr/>
                    <a:lstStyle/>
                    <a:p>
                      <a:pPr algn="ctr" latinLnBrk="1"/>
                      <a:r>
                        <a:rPr lang="en-US" altLang="ko-KR" sz="1600" dirty="0" smtClean="0">
                          <a:solidFill>
                            <a:schemeClr val="tx1"/>
                          </a:solidFill>
                          <a:latin typeface="Arial" panose="020B0604020202020204" pitchFamily="34" charset="0"/>
                          <a:cs typeface="Arial" panose="020B0604020202020204" pitchFamily="34" charset="0"/>
                        </a:rPr>
                        <a:t>NA</a:t>
                      </a:r>
                      <a:endParaRPr lang="ko-KR" altLang="en-US" sz="1600" dirty="0">
                        <a:solidFill>
                          <a:schemeClr val="tx1"/>
                        </a:solidFill>
                        <a:latin typeface="Arial" panose="020B0604020202020204" pitchFamily="34" charset="0"/>
                        <a:cs typeface="Arial" panose="020B0604020202020204" pitchFamily="34" charset="0"/>
                      </a:endParaRPr>
                    </a:p>
                  </a:txBody>
                  <a:tcPr marL="42794" marR="42794"/>
                </a:tc>
                <a:tc>
                  <a:txBody>
                    <a:bodyPr/>
                    <a:lstStyle/>
                    <a:p>
                      <a:pPr algn="ctr" latinLnBrk="1"/>
                      <a:r>
                        <a:rPr lang="en-US" altLang="ko-KR" sz="1600" dirty="0" smtClean="0">
                          <a:solidFill>
                            <a:schemeClr val="tx1"/>
                          </a:solidFill>
                          <a:latin typeface="Arial" panose="020B0604020202020204" pitchFamily="34" charset="0"/>
                          <a:cs typeface="Arial" panose="020B0604020202020204" pitchFamily="34" charset="0"/>
                        </a:rPr>
                        <a:t>Note PC</a:t>
                      </a:r>
                      <a:endParaRPr lang="ko-KR" altLang="en-US" sz="1600" dirty="0">
                        <a:solidFill>
                          <a:schemeClr val="tx1"/>
                        </a:solidFill>
                        <a:latin typeface="Arial" panose="020B0604020202020204" pitchFamily="34" charset="0"/>
                        <a:cs typeface="Arial" panose="020B0604020202020204" pitchFamily="34" charset="0"/>
                      </a:endParaRPr>
                    </a:p>
                  </a:txBody>
                  <a:tcPr marL="42794" marR="42794"/>
                </a:tc>
                <a:extLst>
                  <a:ext uri="{0D108BD9-81ED-4DB2-BD59-A6C34878D82A}">
                    <a16:rowId xmlns:a16="http://schemas.microsoft.com/office/drawing/2014/main" val="10002"/>
                  </a:ext>
                </a:extLst>
              </a:tr>
              <a:tr h="351171">
                <a:tc>
                  <a:txBody>
                    <a:bodyPr/>
                    <a:lstStyle/>
                    <a:p>
                      <a:pPr algn="ctr" latinLnBrk="1"/>
                      <a:r>
                        <a:rPr lang="en-US" altLang="ko-KR" sz="1600" dirty="0">
                          <a:solidFill>
                            <a:schemeClr val="tx1"/>
                          </a:solidFill>
                          <a:latin typeface="Arial" panose="020B0604020202020204" pitchFamily="34" charset="0"/>
                          <a:cs typeface="Arial" panose="020B0604020202020204" pitchFamily="34" charset="0"/>
                        </a:rPr>
                        <a:t>3</a:t>
                      </a:r>
                      <a:endParaRPr lang="ko-KR" altLang="en-US" sz="1600" dirty="0">
                        <a:solidFill>
                          <a:schemeClr val="tx1"/>
                        </a:solidFill>
                        <a:latin typeface="Arial" panose="020B0604020202020204" pitchFamily="34" charset="0"/>
                        <a:cs typeface="Arial" panose="020B0604020202020204" pitchFamily="34" charset="0"/>
                      </a:endParaRPr>
                    </a:p>
                  </a:txBody>
                  <a:tcPr marL="42794" marR="42794"/>
                </a:tc>
                <a:tc>
                  <a:txBody>
                    <a:bodyPr/>
                    <a:lstStyle/>
                    <a:p>
                      <a:pPr algn="ctr" latinLnBrk="1"/>
                      <a:r>
                        <a:rPr lang="en-US" altLang="ko-KR" sz="1600" dirty="0" smtClean="0">
                          <a:solidFill>
                            <a:schemeClr val="tx1"/>
                          </a:solidFill>
                          <a:latin typeface="Arial" panose="020B0604020202020204" pitchFamily="34" charset="0"/>
                          <a:cs typeface="Arial" panose="020B0604020202020204" pitchFamily="34" charset="0"/>
                        </a:rPr>
                        <a:t>RCM</a:t>
                      </a:r>
                      <a:endParaRPr lang="ko-KR" altLang="en-US" sz="1600" dirty="0">
                        <a:solidFill>
                          <a:schemeClr val="tx1"/>
                        </a:solidFill>
                        <a:latin typeface="Arial" panose="020B0604020202020204" pitchFamily="34" charset="0"/>
                        <a:cs typeface="Arial" panose="020B0604020202020204" pitchFamily="34" charset="0"/>
                      </a:endParaRPr>
                    </a:p>
                  </a:txBody>
                  <a:tcPr marL="42794" marR="42794"/>
                </a:tc>
                <a:tc>
                  <a:txBody>
                    <a:bodyPr/>
                    <a:lstStyle/>
                    <a:p>
                      <a:pPr algn="ctr" latinLnBrk="1"/>
                      <a:r>
                        <a:rPr lang="en-US" altLang="ko-KR" sz="1600" dirty="0" smtClean="0">
                          <a:solidFill>
                            <a:schemeClr val="tx1"/>
                          </a:solidFill>
                          <a:latin typeface="Arial" panose="020B0604020202020204" pitchFamily="34" charset="0"/>
                          <a:cs typeface="Arial" panose="020B0604020202020204" pitchFamily="34" charset="0"/>
                        </a:rPr>
                        <a:t>NA</a:t>
                      </a:r>
                      <a:endParaRPr lang="ko-KR" altLang="en-US" sz="1600" dirty="0">
                        <a:solidFill>
                          <a:schemeClr val="tx1"/>
                        </a:solidFill>
                        <a:latin typeface="Arial" panose="020B0604020202020204" pitchFamily="34" charset="0"/>
                        <a:cs typeface="Arial" panose="020B0604020202020204" pitchFamily="34" charset="0"/>
                      </a:endParaRPr>
                    </a:p>
                  </a:txBody>
                  <a:tcPr marL="42794" marR="42794"/>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600" dirty="0">
                          <a:solidFill>
                            <a:schemeClr val="tx1"/>
                          </a:solidFill>
                          <a:latin typeface="Arial" panose="020B0604020202020204" pitchFamily="34" charset="0"/>
                          <a:cs typeface="Arial" panose="020B0604020202020204" pitchFamily="34" charset="0"/>
                        </a:rPr>
                        <a:t>1.0</a:t>
                      </a:r>
                      <a:endParaRPr lang="ko-KR" altLang="en-US" sz="1600" dirty="0">
                        <a:solidFill>
                          <a:schemeClr val="tx1"/>
                        </a:solidFill>
                        <a:latin typeface="Arial" panose="020B0604020202020204" pitchFamily="34" charset="0"/>
                        <a:cs typeface="Arial" panose="020B0604020202020204" pitchFamily="34" charset="0"/>
                      </a:endParaRPr>
                    </a:p>
                  </a:txBody>
                  <a:tcPr marL="42794" marR="42794"/>
                </a:tc>
                <a:tc>
                  <a:txBody>
                    <a:bodyPr/>
                    <a:lstStyle/>
                    <a:p>
                      <a:pPr algn="ctr" latinLnBrk="1"/>
                      <a:r>
                        <a:rPr lang="en-US" altLang="ko-KR" sz="1600" dirty="0" smtClean="0">
                          <a:solidFill>
                            <a:schemeClr val="tx1"/>
                          </a:solidFill>
                          <a:latin typeface="Arial" panose="020B0604020202020204" pitchFamily="34" charset="0"/>
                          <a:cs typeface="Arial" panose="020B0604020202020204" pitchFamily="34" charset="0"/>
                        </a:rPr>
                        <a:t>NA</a:t>
                      </a:r>
                      <a:endParaRPr lang="ko-KR" altLang="en-US" sz="1600" dirty="0">
                        <a:solidFill>
                          <a:schemeClr val="tx1"/>
                        </a:solidFill>
                        <a:latin typeface="Arial" panose="020B0604020202020204" pitchFamily="34" charset="0"/>
                        <a:cs typeface="Arial" panose="020B0604020202020204" pitchFamily="34" charset="0"/>
                      </a:endParaRPr>
                    </a:p>
                  </a:txBody>
                  <a:tcPr marL="42794" marR="42794"/>
                </a:tc>
                <a:tc>
                  <a:txBody>
                    <a:bodyPr/>
                    <a:lstStyle/>
                    <a:p>
                      <a:pPr algn="ctr" latinLnBrk="1"/>
                      <a:r>
                        <a:rPr lang="en-US" altLang="ko-KR" sz="1600" dirty="0" smtClean="0">
                          <a:solidFill>
                            <a:schemeClr val="tx1"/>
                          </a:solidFill>
                          <a:latin typeface="Arial" panose="020B0604020202020204" pitchFamily="34" charset="0"/>
                          <a:cs typeface="Arial" panose="020B0604020202020204" pitchFamily="34" charset="0"/>
                        </a:rPr>
                        <a:t>Note PC</a:t>
                      </a:r>
                      <a:endParaRPr lang="ko-KR" altLang="en-US" sz="1600" dirty="0">
                        <a:solidFill>
                          <a:schemeClr val="tx1"/>
                        </a:solidFill>
                        <a:latin typeface="Arial" panose="020B0604020202020204" pitchFamily="34" charset="0"/>
                        <a:cs typeface="Arial" panose="020B0604020202020204" pitchFamily="34" charset="0"/>
                      </a:endParaRPr>
                    </a:p>
                  </a:txBody>
                  <a:tcPr marL="42794" marR="42794"/>
                </a:tc>
                <a:extLst>
                  <a:ext uri="{0D108BD9-81ED-4DB2-BD59-A6C34878D82A}">
                    <a16:rowId xmlns:a16="http://schemas.microsoft.com/office/drawing/2014/main" val="2766378944"/>
                  </a:ext>
                </a:extLst>
              </a:tr>
              <a:tr h="351171">
                <a:tc>
                  <a:txBody>
                    <a:bodyPr/>
                    <a:lstStyle/>
                    <a:p>
                      <a:pPr algn="ctr" latinLnBrk="1"/>
                      <a:r>
                        <a:rPr lang="en-US" altLang="ko-KR" sz="1600" dirty="0">
                          <a:solidFill>
                            <a:schemeClr val="tx1"/>
                          </a:solidFill>
                          <a:latin typeface="Arial" panose="020B0604020202020204" pitchFamily="34" charset="0"/>
                          <a:cs typeface="Arial" panose="020B0604020202020204" pitchFamily="34" charset="0"/>
                        </a:rPr>
                        <a:t>4</a:t>
                      </a:r>
                      <a:endParaRPr lang="ko-KR" altLang="en-US" sz="1600" dirty="0">
                        <a:solidFill>
                          <a:schemeClr val="tx1"/>
                        </a:solidFill>
                        <a:latin typeface="Arial" panose="020B0604020202020204" pitchFamily="34" charset="0"/>
                        <a:cs typeface="Arial" panose="020B0604020202020204" pitchFamily="34" charset="0"/>
                      </a:endParaRPr>
                    </a:p>
                  </a:txBody>
                  <a:tcPr marL="42794" marR="42794"/>
                </a:tc>
                <a:tc>
                  <a:txBody>
                    <a:bodyPr/>
                    <a:lstStyle/>
                    <a:p>
                      <a:pPr algn="ctr" latinLnBrk="1"/>
                      <a:r>
                        <a:rPr lang="en-US" altLang="ko-KR" sz="1600" dirty="0">
                          <a:solidFill>
                            <a:schemeClr val="tx1"/>
                          </a:solidFill>
                          <a:latin typeface="Arial" panose="020B0604020202020204" pitchFamily="34" charset="0"/>
                          <a:cs typeface="Arial" panose="020B0604020202020204" pitchFamily="34" charset="0"/>
                        </a:rPr>
                        <a:t>ITOS</a:t>
                      </a:r>
                      <a:endParaRPr lang="ko-KR" altLang="en-US" sz="1600" dirty="0">
                        <a:solidFill>
                          <a:schemeClr val="tx1"/>
                        </a:solidFill>
                        <a:latin typeface="Arial" panose="020B0604020202020204" pitchFamily="34" charset="0"/>
                        <a:cs typeface="Arial" panose="020B0604020202020204" pitchFamily="34" charset="0"/>
                      </a:endParaRPr>
                    </a:p>
                  </a:txBody>
                  <a:tcPr marL="42794" marR="42794"/>
                </a:tc>
                <a:tc>
                  <a:txBody>
                    <a:bodyPr/>
                    <a:lstStyle/>
                    <a:p>
                      <a:pPr algn="ctr" latinLnBrk="1"/>
                      <a:endParaRPr lang="ko-KR" altLang="en-US" sz="1600" dirty="0">
                        <a:solidFill>
                          <a:schemeClr val="tx1"/>
                        </a:solidFill>
                        <a:latin typeface="Arial" panose="020B0604020202020204" pitchFamily="34" charset="0"/>
                        <a:cs typeface="Arial" panose="020B0604020202020204" pitchFamily="34" charset="0"/>
                      </a:endParaRPr>
                    </a:p>
                  </a:txBody>
                  <a:tcPr marL="42794" marR="42794"/>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ko-KR" altLang="en-US" sz="1600" dirty="0">
                        <a:solidFill>
                          <a:schemeClr val="tx1"/>
                        </a:solidFill>
                        <a:latin typeface="Arial" panose="020B0604020202020204" pitchFamily="34" charset="0"/>
                        <a:cs typeface="Arial" panose="020B0604020202020204" pitchFamily="34" charset="0"/>
                      </a:endParaRPr>
                    </a:p>
                  </a:txBody>
                  <a:tcPr marL="42794" marR="42794"/>
                </a:tc>
                <a:tc>
                  <a:txBody>
                    <a:bodyPr/>
                    <a:lstStyle/>
                    <a:p>
                      <a:pPr algn="ctr" latinLnBrk="1"/>
                      <a:endParaRPr lang="ko-KR" altLang="en-US" sz="1600" dirty="0">
                        <a:solidFill>
                          <a:schemeClr val="tx1"/>
                        </a:solidFill>
                        <a:latin typeface="Arial" panose="020B0604020202020204" pitchFamily="34" charset="0"/>
                        <a:cs typeface="Arial" panose="020B0604020202020204" pitchFamily="34" charset="0"/>
                      </a:endParaRPr>
                    </a:p>
                  </a:txBody>
                  <a:tcPr marL="42794" marR="42794"/>
                </a:tc>
                <a:tc>
                  <a:txBody>
                    <a:bodyPr/>
                    <a:lstStyle/>
                    <a:p>
                      <a:pPr algn="ctr" latinLnBrk="1"/>
                      <a:endParaRPr lang="ko-KR" altLang="en-US" sz="1600" dirty="0">
                        <a:solidFill>
                          <a:schemeClr val="tx1"/>
                        </a:solidFill>
                        <a:latin typeface="Arial" panose="020B0604020202020204" pitchFamily="34" charset="0"/>
                        <a:cs typeface="Arial" panose="020B0604020202020204" pitchFamily="34" charset="0"/>
                      </a:endParaRPr>
                    </a:p>
                  </a:txBody>
                  <a:tcPr marL="42794" marR="42794"/>
                </a:tc>
                <a:extLst>
                  <a:ext uri="{0D108BD9-81ED-4DB2-BD59-A6C34878D82A}">
                    <a16:rowId xmlns:a16="http://schemas.microsoft.com/office/drawing/2014/main" val="121262706"/>
                  </a:ext>
                </a:extLst>
              </a:tr>
              <a:tr h="351171">
                <a:tc>
                  <a:txBody>
                    <a:bodyPr/>
                    <a:lstStyle/>
                    <a:p>
                      <a:pPr algn="ctr" latinLnBrk="1"/>
                      <a:r>
                        <a:rPr lang="en-US" altLang="ko-KR" sz="1600" dirty="0">
                          <a:solidFill>
                            <a:schemeClr val="tx1"/>
                          </a:solidFill>
                          <a:latin typeface="Arial" panose="020B0604020202020204" pitchFamily="34" charset="0"/>
                          <a:cs typeface="Arial" panose="020B0604020202020204" pitchFamily="34" charset="0"/>
                        </a:rPr>
                        <a:t>5</a:t>
                      </a:r>
                      <a:endParaRPr lang="ko-KR" altLang="en-US" sz="1600" dirty="0">
                        <a:solidFill>
                          <a:schemeClr val="tx1"/>
                        </a:solidFill>
                        <a:latin typeface="Arial" panose="020B0604020202020204" pitchFamily="34" charset="0"/>
                        <a:cs typeface="Arial" panose="020B0604020202020204" pitchFamily="34" charset="0"/>
                      </a:endParaRPr>
                    </a:p>
                  </a:txBody>
                  <a:tcPr marL="42794" marR="42794"/>
                </a:tc>
                <a:tc>
                  <a:txBody>
                    <a:bodyPr/>
                    <a:lstStyle/>
                    <a:p>
                      <a:pPr algn="ctr" latinLnBrk="1"/>
                      <a:r>
                        <a:rPr lang="en-US" altLang="ko-KR" sz="1600" dirty="0">
                          <a:solidFill>
                            <a:schemeClr val="tx1"/>
                          </a:solidFill>
                          <a:latin typeface="Arial" panose="020B0604020202020204" pitchFamily="34" charset="0"/>
                          <a:cs typeface="Arial" panose="020B0604020202020204" pitchFamily="34" charset="0"/>
                        </a:rPr>
                        <a:t>BBTS</a:t>
                      </a:r>
                      <a:endParaRPr lang="ko-KR" altLang="en-US" sz="1600" dirty="0">
                        <a:solidFill>
                          <a:schemeClr val="tx1"/>
                        </a:solidFill>
                        <a:latin typeface="Arial" panose="020B0604020202020204" pitchFamily="34" charset="0"/>
                        <a:cs typeface="Arial" panose="020B0604020202020204" pitchFamily="34" charset="0"/>
                      </a:endParaRPr>
                    </a:p>
                  </a:txBody>
                  <a:tcPr marL="42794" marR="42794"/>
                </a:tc>
                <a:tc>
                  <a:txBody>
                    <a:bodyPr/>
                    <a:lstStyle/>
                    <a:p>
                      <a:pPr algn="ctr" latinLnBrk="1"/>
                      <a:endParaRPr lang="ko-KR" altLang="en-US" sz="1600" dirty="0">
                        <a:solidFill>
                          <a:schemeClr val="tx1"/>
                        </a:solidFill>
                        <a:latin typeface="Arial" panose="020B0604020202020204" pitchFamily="34" charset="0"/>
                        <a:cs typeface="Arial" panose="020B0604020202020204" pitchFamily="34" charset="0"/>
                      </a:endParaRPr>
                    </a:p>
                  </a:txBody>
                  <a:tcPr marL="42794" marR="42794"/>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ko-KR" altLang="en-US" sz="1600" dirty="0">
                        <a:solidFill>
                          <a:schemeClr val="tx1"/>
                        </a:solidFill>
                        <a:latin typeface="Arial" panose="020B0604020202020204" pitchFamily="34" charset="0"/>
                        <a:cs typeface="Arial" panose="020B0604020202020204" pitchFamily="34" charset="0"/>
                      </a:endParaRPr>
                    </a:p>
                  </a:txBody>
                  <a:tcPr marL="42794" marR="42794"/>
                </a:tc>
                <a:tc>
                  <a:txBody>
                    <a:bodyPr/>
                    <a:lstStyle/>
                    <a:p>
                      <a:pPr algn="ctr" latinLnBrk="1"/>
                      <a:endParaRPr lang="ko-KR" altLang="en-US" sz="1600" dirty="0">
                        <a:solidFill>
                          <a:schemeClr val="tx1"/>
                        </a:solidFill>
                        <a:latin typeface="Arial" panose="020B0604020202020204" pitchFamily="34" charset="0"/>
                        <a:cs typeface="Arial" panose="020B0604020202020204" pitchFamily="34" charset="0"/>
                      </a:endParaRPr>
                    </a:p>
                  </a:txBody>
                  <a:tcPr marL="42794" marR="42794"/>
                </a:tc>
                <a:tc>
                  <a:txBody>
                    <a:bodyPr/>
                    <a:lstStyle/>
                    <a:p>
                      <a:pPr algn="ctr" latinLnBrk="1"/>
                      <a:endParaRPr lang="ko-KR" altLang="en-US" sz="1600" dirty="0">
                        <a:solidFill>
                          <a:schemeClr val="tx1"/>
                        </a:solidFill>
                        <a:latin typeface="Arial" panose="020B0604020202020204" pitchFamily="34" charset="0"/>
                        <a:cs typeface="Arial" panose="020B0604020202020204" pitchFamily="34" charset="0"/>
                      </a:endParaRPr>
                    </a:p>
                  </a:txBody>
                  <a:tcPr marL="42794" marR="42794"/>
                </a:tc>
                <a:extLst>
                  <a:ext uri="{0D108BD9-81ED-4DB2-BD59-A6C34878D82A}">
                    <a16:rowId xmlns:a16="http://schemas.microsoft.com/office/drawing/2014/main" val="138788730"/>
                  </a:ext>
                </a:extLst>
              </a:tr>
            </a:tbl>
          </a:graphicData>
        </a:graphic>
      </p:graphicFrame>
    </p:spTree>
    <p:extLst>
      <p:ext uri="{BB962C8B-B14F-4D97-AF65-F5344CB8AC3E}">
        <p14:creationId xmlns:p14="http://schemas.microsoft.com/office/powerpoint/2010/main" val="23062722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64F239D-842E-4BAB-AE8A-FBFF56A60962}"/>
              </a:ext>
            </a:extLst>
          </p:cNvPr>
          <p:cNvSpPr>
            <a:spLocks noGrp="1"/>
          </p:cNvSpPr>
          <p:nvPr>
            <p:ph type="title"/>
          </p:nvPr>
        </p:nvSpPr>
        <p:spPr/>
        <p:txBody>
          <a:bodyPr/>
          <a:lstStyle/>
          <a:p>
            <a:r>
              <a:rPr lang="en-US" altLang="ko-KR" dirty="0" smtClean="0"/>
              <a:t>8. </a:t>
            </a:r>
            <a:r>
              <a:rPr lang="en-US" altLang="ko-KR" dirty="0"/>
              <a:t>Test Equipment Status (2/2)</a:t>
            </a:r>
            <a:endParaRPr lang="ko-KR" altLang="en-US" dirty="0"/>
          </a:p>
        </p:txBody>
      </p:sp>
      <p:sp>
        <p:nvSpPr>
          <p:cNvPr id="3" name="내용 개체 틀 2">
            <a:extLst>
              <a:ext uri="{FF2B5EF4-FFF2-40B4-BE49-F238E27FC236}">
                <a16:creationId xmlns:a16="http://schemas.microsoft.com/office/drawing/2014/main" id="{96B04B0A-73E9-4F6C-B48C-BE7EC898697D}"/>
              </a:ext>
            </a:extLst>
          </p:cNvPr>
          <p:cNvSpPr>
            <a:spLocks noGrp="1"/>
          </p:cNvSpPr>
          <p:nvPr>
            <p:ph idx="1"/>
          </p:nvPr>
        </p:nvSpPr>
        <p:spPr/>
        <p:txBody>
          <a:bodyPr/>
          <a:lstStyle/>
          <a:p>
            <a:r>
              <a:rPr lang="en-US" altLang="ko-KR" dirty="0"/>
              <a:t>Test Aids &amp; Accessories</a:t>
            </a:r>
          </a:p>
          <a:p>
            <a:endParaRPr lang="en-US" altLang="ko-KR" dirty="0"/>
          </a:p>
          <a:p>
            <a:pPr lvl="1"/>
            <a:endParaRPr lang="en-US" altLang="ko-KR" dirty="0"/>
          </a:p>
          <a:p>
            <a:pPr lvl="1"/>
            <a:endParaRPr lang="en-US" altLang="ko-KR" dirty="0"/>
          </a:p>
          <a:p>
            <a:pPr lvl="1"/>
            <a:endParaRPr lang="en-US" altLang="ko-KR" dirty="0"/>
          </a:p>
          <a:p>
            <a:pPr lvl="1"/>
            <a:endParaRPr lang="en-US" altLang="ko-KR" dirty="0"/>
          </a:p>
          <a:p>
            <a:endParaRPr lang="en-US" altLang="ko-KR" dirty="0"/>
          </a:p>
          <a:p>
            <a:endParaRPr lang="en-US" altLang="ko-KR" dirty="0"/>
          </a:p>
        </p:txBody>
      </p:sp>
      <p:sp>
        <p:nvSpPr>
          <p:cNvPr id="4" name="슬라이드 번호 개체 틀 3">
            <a:extLst>
              <a:ext uri="{FF2B5EF4-FFF2-40B4-BE49-F238E27FC236}">
                <a16:creationId xmlns:a16="http://schemas.microsoft.com/office/drawing/2014/main" id="{50F8F762-1976-4B03-BC45-5B62056191A8}"/>
              </a:ext>
            </a:extLst>
          </p:cNvPr>
          <p:cNvSpPr>
            <a:spLocks noGrp="1"/>
          </p:cNvSpPr>
          <p:nvPr>
            <p:ph type="sldNum" sz="quarter" idx="4"/>
          </p:nvPr>
        </p:nvSpPr>
        <p:spPr/>
        <p:txBody>
          <a:bodyPr/>
          <a:lstStyle/>
          <a:p>
            <a:fld id="{5FF3941A-8195-4E1C-AD48-53675AE8B136}" type="slidenum">
              <a:rPr lang="en-US" altLang="ko-KR" smtClean="0"/>
              <a:pPr/>
              <a:t>12</a:t>
            </a:fld>
            <a:endParaRPr lang="en-US" altLang="ko-KR" dirty="0"/>
          </a:p>
        </p:txBody>
      </p:sp>
      <p:graphicFrame>
        <p:nvGraphicFramePr>
          <p:cNvPr id="6" name="내용 개체 틀 3">
            <a:extLst>
              <a:ext uri="{FF2B5EF4-FFF2-40B4-BE49-F238E27FC236}">
                <a16:creationId xmlns:a16="http://schemas.microsoft.com/office/drawing/2014/main" id="{9A8AFA14-1DFC-4EE0-BFD6-854B1EF44563}"/>
              </a:ext>
            </a:extLst>
          </p:cNvPr>
          <p:cNvGraphicFramePr>
            <a:graphicFrameLocks/>
          </p:cNvGraphicFramePr>
          <p:nvPr>
            <p:extLst>
              <p:ext uri="{D42A27DB-BD31-4B8C-83A1-F6EECF244321}">
                <p14:modId xmlns:p14="http://schemas.microsoft.com/office/powerpoint/2010/main" val="4096862893"/>
              </p:ext>
            </p:extLst>
          </p:nvPr>
        </p:nvGraphicFramePr>
        <p:xfrm>
          <a:off x="282297" y="1412776"/>
          <a:ext cx="8673570" cy="1829680"/>
        </p:xfrm>
        <a:graphic>
          <a:graphicData uri="http://schemas.openxmlformats.org/drawingml/2006/table">
            <a:tbl>
              <a:tblPr firstRow="1" bandRow="1">
                <a:tableStyleId>{5C22544A-7EE6-4342-B048-85BDC9FD1C3A}</a:tableStyleId>
              </a:tblPr>
              <a:tblGrid>
                <a:gridCol w="807851">
                  <a:extLst>
                    <a:ext uri="{9D8B030D-6E8A-4147-A177-3AD203B41FA5}">
                      <a16:colId xmlns:a16="http://schemas.microsoft.com/office/drawing/2014/main" val="20000"/>
                    </a:ext>
                  </a:extLst>
                </a:gridCol>
                <a:gridCol w="1825668">
                  <a:extLst>
                    <a:ext uri="{9D8B030D-6E8A-4147-A177-3AD203B41FA5}">
                      <a16:colId xmlns:a16="http://schemas.microsoft.com/office/drawing/2014/main" val="20001"/>
                    </a:ext>
                  </a:extLst>
                </a:gridCol>
                <a:gridCol w="2664296">
                  <a:extLst>
                    <a:ext uri="{9D8B030D-6E8A-4147-A177-3AD203B41FA5}">
                      <a16:colId xmlns:a16="http://schemas.microsoft.com/office/drawing/2014/main" val="20002"/>
                    </a:ext>
                  </a:extLst>
                </a:gridCol>
                <a:gridCol w="1728192">
                  <a:extLst>
                    <a:ext uri="{9D8B030D-6E8A-4147-A177-3AD203B41FA5}">
                      <a16:colId xmlns:a16="http://schemas.microsoft.com/office/drawing/2014/main" val="20003"/>
                    </a:ext>
                  </a:extLst>
                </a:gridCol>
                <a:gridCol w="1647563">
                  <a:extLst>
                    <a:ext uri="{9D8B030D-6E8A-4147-A177-3AD203B41FA5}">
                      <a16:colId xmlns:a16="http://schemas.microsoft.com/office/drawing/2014/main" val="20004"/>
                    </a:ext>
                  </a:extLst>
                </a:gridCol>
              </a:tblGrid>
              <a:tr h="426166">
                <a:tc>
                  <a:txBody>
                    <a:bodyPr/>
                    <a:lstStyle/>
                    <a:p>
                      <a:pPr algn="ctr" latinLnBrk="1"/>
                      <a:r>
                        <a:rPr lang="en-US" altLang="ko-KR" sz="1600" dirty="0">
                          <a:latin typeface="Arial" panose="020B0604020202020204" pitchFamily="34" charset="0"/>
                          <a:cs typeface="Arial" panose="020B0604020202020204" pitchFamily="34" charset="0"/>
                        </a:rPr>
                        <a:t>No.</a:t>
                      </a:r>
                      <a:endParaRPr lang="ko-KR" altLang="en-US" sz="1600" dirty="0">
                        <a:latin typeface="Arial" panose="020B0604020202020204" pitchFamily="34" charset="0"/>
                        <a:cs typeface="Arial" panose="020B0604020202020204" pitchFamily="34" charset="0"/>
                      </a:endParaRPr>
                    </a:p>
                  </a:txBody>
                  <a:tcPr anchor="ctr"/>
                </a:tc>
                <a:tc>
                  <a:txBody>
                    <a:bodyPr/>
                    <a:lstStyle/>
                    <a:p>
                      <a:pPr algn="ctr" latinLnBrk="1"/>
                      <a:r>
                        <a:rPr lang="en-US" altLang="ko-KR" sz="1600" dirty="0">
                          <a:latin typeface="Arial" panose="020B0604020202020204" pitchFamily="34" charset="0"/>
                          <a:cs typeface="Arial" panose="020B0604020202020204" pitchFamily="34" charset="0"/>
                        </a:rPr>
                        <a:t>Name</a:t>
                      </a:r>
                      <a:endParaRPr lang="ko-KR" altLang="en-US" sz="1600" dirty="0">
                        <a:latin typeface="Arial" panose="020B0604020202020204" pitchFamily="34" charset="0"/>
                        <a:cs typeface="Arial" panose="020B0604020202020204" pitchFamily="34" charset="0"/>
                      </a:endParaRPr>
                    </a:p>
                  </a:txBody>
                  <a:tcPr anchor="ctr"/>
                </a:tc>
                <a:tc>
                  <a:txBody>
                    <a:bodyPr/>
                    <a:lstStyle/>
                    <a:p>
                      <a:pPr algn="ctr" latinLnBrk="1"/>
                      <a:r>
                        <a:rPr lang="en-US" altLang="ko-KR" sz="1600" dirty="0">
                          <a:latin typeface="Arial" panose="020B0604020202020204" pitchFamily="34" charset="0"/>
                          <a:cs typeface="Arial" panose="020B0604020202020204" pitchFamily="34" charset="0"/>
                        </a:rPr>
                        <a:t>Model No.</a:t>
                      </a:r>
                      <a:endParaRPr lang="ko-KR" altLang="en-US" sz="1600" dirty="0">
                        <a:latin typeface="Arial" panose="020B0604020202020204" pitchFamily="34" charset="0"/>
                        <a:cs typeface="Arial" panose="020B0604020202020204" pitchFamily="34" charset="0"/>
                      </a:endParaRPr>
                    </a:p>
                  </a:txBody>
                  <a:tcPr anchor="ctr"/>
                </a:tc>
                <a:tc>
                  <a:txBody>
                    <a:bodyPr/>
                    <a:lstStyle/>
                    <a:p>
                      <a:pPr algn="ctr" latinLnBrk="1"/>
                      <a:r>
                        <a:rPr lang="en-US" altLang="ko-KR" sz="1600" dirty="0">
                          <a:latin typeface="Arial" panose="020B0604020202020204" pitchFamily="34" charset="0"/>
                          <a:cs typeface="Arial" panose="020B0604020202020204" pitchFamily="34" charset="0"/>
                        </a:rPr>
                        <a:t>Ready</a:t>
                      </a:r>
                      <a:r>
                        <a:rPr lang="en-US" altLang="ko-KR" sz="1600" baseline="0" dirty="0">
                          <a:latin typeface="Arial" panose="020B0604020202020204" pitchFamily="34" charset="0"/>
                          <a:cs typeface="Arial" panose="020B0604020202020204" pitchFamily="34" charset="0"/>
                        </a:rPr>
                        <a:t> status</a:t>
                      </a:r>
                      <a:endParaRPr lang="ko-KR" altLang="en-US" sz="1600" dirty="0">
                        <a:latin typeface="Arial" panose="020B0604020202020204" pitchFamily="34" charset="0"/>
                        <a:cs typeface="Arial" panose="020B0604020202020204" pitchFamily="34" charset="0"/>
                      </a:endParaRPr>
                    </a:p>
                  </a:txBody>
                  <a:tcPr anchor="ctr"/>
                </a:tc>
                <a:tc>
                  <a:txBody>
                    <a:bodyPr/>
                    <a:lstStyle/>
                    <a:p>
                      <a:pPr algn="ctr" latinLnBrk="1"/>
                      <a:r>
                        <a:rPr lang="en-US" altLang="ko-KR" sz="1600" dirty="0">
                          <a:latin typeface="Arial" panose="020B0604020202020204" pitchFamily="34" charset="0"/>
                          <a:cs typeface="Arial" panose="020B0604020202020204" pitchFamily="34" charset="0"/>
                        </a:rPr>
                        <a:t>Remark</a:t>
                      </a:r>
                      <a:endParaRPr lang="ko-KR" altLang="en-US" sz="16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0000"/>
                  </a:ext>
                </a:extLst>
              </a:tr>
              <a:tr h="297146">
                <a:tc>
                  <a:txBody>
                    <a:bodyPr/>
                    <a:lstStyle/>
                    <a:p>
                      <a:pPr algn="ctr" latinLnBrk="1"/>
                      <a:r>
                        <a:rPr lang="en-US" altLang="ko-KR" sz="1600" kern="1200" dirty="0">
                          <a:solidFill>
                            <a:schemeClr val="tx1"/>
                          </a:solidFill>
                          <a:latin typeface="Arial" panose="020B0604020202020204" pitchFamily="34" charset="0"/>
                          <a:ea typeface="+mn-ea"/>
                          <a:cs typeface="Arial" panose="020B0604020202020204" pitchFamily="34" charset="0"/>
                        </a:rPr>
                        <a:t>1</a:t>
                      </a:r>
                      <a:endParaRPr lang="ko-KR" altLang="en-US" sz="1600" kern="1200" dirty="0">
                        <a:solidFill>
                          <a:schemeClr val="tx1"/>
                        </a:solidFill>
                        <a:latin typeface="Arial" panose="020B0604020202020204" pitchFamily="34" charset="0"/>
                        <a:ea typeface="+mn-ea"/>
                        <a:cs typeface="Arial" panose="020B0604020202020204" pitchFamily="34" charset="0"/>
                      </a:endParaRPr>
                    </a:p>
                  </a:txBody>
                  <a:tcPr anchor="ctr"/>
                </a:tc>
                <a:tc>
                  <a:txBody>
                    <a:bodyPr/>
                    <a:lstStyle/>
                    <a:p>
                      <a:pPr marL="85725" indent="0" algn="l" defTabSz="914400" rtl="0" eaLnBrk="1" fontAlgn="ctr" latinLnBrk="1" hangingPunct="1"/>
                      <a:r>
                        <a:rPr lang="en-US" sz="1600" u="none" strike="noStrike" kern="1200" dirty="0" smtClean="0">
                          <a:solidFill>
                            <a:schemeClr val="tx1"/>
                          </a:solidFill>
                          <a:effectLst/>
                          <a:latin typeface="Arial" panose="020B0604020202020204" pitchFamily="34" charset="0"/>
                          <a:ea typeface="+mj-ea"/>
                          <a:cs typeface="Arial" panose="020B0604020202020204" pitchFamily="34" charset="0"/>
                        </a:rPr>
                        <a:t>BOB &amp; cables</a:t>
                      </a:r>
                      <a:endParaRPr lang="en-US" sz="1600" u="none" strike="noStrike" kern="1200" dirty="0">
                        <a:solidFill>
                          <a:schemeClr val="tx1"/>
                        </a:solidFill>
                        <a:effectLst/>
                        <a:latin typeface="Arial" panose="020B0604020202020204" pitchFamily="34" charset="0"/>
                        <a:ea typeface="+mj-ea"/>
                        <a:cs typeface="Arial" panose="020B0604020202020204" pitchFamily="34" charset="0"/>
                      </a:endParaRPr>
                    </a:p>
                  </a:txBody>
                  <a:tcPr marL="6161" marR="6161" marT="6161" marB="0" anchor="ct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600" kern="1200" dirty="0" smtClean="0">
                          <a:solidFill>
                            <a:schemeClr val="tx1"/>
                          </a:solidFill>
                          <a:latin typeface="Arial" panose="020B0604020202020204" pitchFamily="34" charset="0"/>
                          <a:ea typeface="+mn-ea"/>
                          <a:cs typeface="Arial" panose="020B0604020202020204" pitchFamily="34" charset="0"/>
                        </a:rPr>
                        <a:t>DTNPL BOB</a:t>
                      </a:r>
                      <a:endParaRPr lang="ko-KR" altLang="en-US" sz="1600" kern="1200" dirty="0">
                        <a:solidFill>
                          <a:schemeClr val="tx1"/>
                        </a:solidFill>
                        <a:latin typeface="Arial" panose="020B0604020202020204" pitchFamily="34" charset="0"/>
                        <a:ea typeface="+mn-ea"/>
                        <a:cs typeface="Arial" panose="020B0604020202020204" pitchFamily="34" charset="0"/>
                      </a:endParaRPr>
                    </a:p>
                  </a:txBody>
                  <a:tcPr anchor="ctr"/>
                </a:tc>
                <a:tc>
                  <a:txBody>
                    <a:bodyPr/>
                    <a:lstStyle/>
                    <a:p>
                      <a:pPr algn="ctr" latinLnBrk="1"/>
                      <a:r>
                        <a:rPr lang="en-US" altLang="ko-KR" sz="1600" kern="1200" dirty="0" smtClean="0">
                          <a:solidFill>
                            <a:schemeClr val="tx1"/>
                          </a:solidFill>
                          <a:latin typeface="Arial" panose="020B0604020202020204" pitchFamily="34" charset="0"/>
                          <a:ea typeface="+mn-ea"/>
                          <a:cs typeface="Arial" panose="020B0604020202020204" pitchFamily="34" charset="0"/>
                        </a:rPr>
                        <a:t>Ready</a:t>
                      </a:r>
                      <a:endParaRPr lang="ko-KR" altLang="en-US" sz="1600" kern="1200" dirty="0">
                        <a:solidFill>
                          <a:schemeClr val="tx1"/>
                        </a:solidFill>
                        <a:latin typeface="Arial" panose="020B0604020202020204" pitchFamily="34" charset="0"/>
                        <a:ea typeface="+mn-ea"/>
                        <a:cs typeface="Arial" panose="020B0604020202020204" pitchFamily="34" charset="0"/>
                      </a:endParaRPr>
                    </a:p>
                  </a:txBody>
                  <a:tcPr anchor="ct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600" kern="1200" dirty="0" smtClean="0">
                          <a:solidFill>
                            <a:schemeClr val="tx1"/>
                          </a:solidFill>
                          <a:latin typeface="Arial" panose="020B0604020202020204" pitchFamily="34" charset="0"/>
                          <a:ea typeface="+mn-ea"/>
                          <a:cs typeface="Arial" panose="020B0604020202020204" pitchFamily="34" charset="0"/>
                        </a:rPr>
                        <a:t>ETRI provide</a:t>
                      </a:r>
                      <a:endParaRPr lang="ko-KR" altLang="en-US" sz="1600" kern="1200" dirty="0">
                        <a:solidFill>
                          <a:schemeClr val="tx1"/>
                        </a:solidFill>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10001"/>
                  </a:ext>
                </a:extLst>
              </a:tr>
              <a:tr h="356078">
                <a:tc>
                  <a:txBody>
                    <a:bodyPr/>
                    <a:lstStyle/>
                    <a:p>
                      <a:pPr algn="ctr" latinLnBrk="1"/>
                      <a:r>
                        <a:rPr lang="en-US" altLang="ko-KR" sz="1600" kern="1200" dirty="0" smtClean="0">
                          <a:solidFill>
                            <a:schemeClr val="tx1"/>
                          </a:solidFill>
                          <a:latin typeface="Arial" panose="020B0604020202020204" pitchFamily="34" charset="0"/>
                          <a:ea typeface="+mn-ea"/>
                          <a:cs typeface="Arial" panose="020B0604020202020204" pitchFamily="34" charset="0"/>
                        </a:rPr>
                        <a:t>2</a:t>
                      </a:r>
                      <a:endParaRPr lang="ko-KR" altLang="en-US" sz="1600" kern="1200" dirty="0">
                        <a:solidFill>
                          <a:schemeClr val="tx1"/>
                        </a:solidFill>
                        <a:latin typeface="Arial" panose="020B0604020202020204" pitchFamily="34" charset="0"/>
                        <a:ea typeface="+mn-ea"/>
                        <a:cs typeface="Arial" panose="020B0604020202020204" pitchFamily="34" charset="0"/>
                      </a:endParaRPr>
                    </a:p>
                  </a:txBody>
                  <a:tcPr anchor="ctr"/>
                </a:tc>
                <a:tc>
                  <a:txBody>
                    <a:bodyPr/>
                    <a:lstStyle/>
                    <a:p>
                      <a:pPr marL="85725" indent="0" algn="l" defTabSz="914400" rtl="0" eaLnBrk="1" fontAlgn="ctr" latinLnBrk="1" hangingPunct="1"/>
                      <a:r>
                        <a:rPr lang="en-US" sz="1600" u="none" strike="noStrike" kern="1200" dirty="0">
                          <a:solidFill>
                            <a:schemeClr val="tx1"/>
                          </a:solidFill>
                          <a:effectLst/>
                          <a:latin typeface="Arial" panose="020B0604020202020204" pitchFamily="34" charset="0"/>
                          <a:ea typeface="+mj-ea"/>
                          <a:cs typeface="Arial" panose="020B0604020202020204" pitchFamily="34" charset="0"/>
                        </a:rPr>
                        <a:t>DVM </a:t>
                      </a:r>
                    </a:p>
                  </a:txBody>
                  <a:tcPr marL="6161" marR="6161" marT="6161" marB="0" anchor="ctr"/>
                </a:tc>
                <a:tc>
                  <a:txBody>
                    <a:bodyPr/>
                    <a:lstStyle/>
                    <a:p>
                      <a:pPr algn="ctr" latinLnBrk="1"/>
                      <a:r>
                        <a:rPr lang="en-US" altLang="ko-KR" sz="1600" kern="1200" dirty="0">
                          <a:solidFill>
                            <a:schemeClr val="tx1"/>
                          </a:solidFill>
                          <a:latin typeface="Arial" panose="020B0604020202020204" pitchFamily="34" charset="0"/>
                          <a:ea typeface="+mn-ea"/>
                          <a:cs typeface="Arial" panose="020B0604020202020204" pitchFamily="34" charset="0"/>
                        </a:rPr>
                        <a:t>-</a:t>
                      </a:r>
                      <a:endParaRPr lang="ko-KR" altLang="en-US" sz="1600" kern="1200" dirty="0">
                        <a:solidFill>
                          <a:schemeClr val="tx1"/>
                        </a:solidFill>
                        <a:latin typeface="Arial" panose="020B0604020202020204" pitchFamily="34" charset="0"/>
                        <a:ea typeface="+mn-ea"/>
                        <a:cs typeface="Arial" panose="020B0604020202020204" pitchFamily="34" charset="0"/>
                      </a:endParaRPr>
                    </a:p>
                  </a:txBody>
                  <a:tcPr anchor="ct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600" kern="1200" dirty="0">
                          <a:solidFill>
                            <a:schemeClr val="tx1"/>
                          </a:solidFill>
                          <a:latin typeface="Arial" panose="020B0604020202020204" pitchFamily="34" charset="0"/>
                          <a:ea typeface="+mn-ea"/>
                          <a:cs typeface="Arial" panose="020B0604020202020204" pitchFamily="34" charset="0"/>
                        </a:rPr>
                        <a:t>Ready</a:t>
                      </a:r>
                      <a:endParaRPr lang="ko-KR" altLang="en-US" sz="1600" kern="1200" dirty="0">
                        <a:solidFill>
                          <a:schemeClr val="tx1"/>
                        </a:solidFill>
                        <a:latin typeface="Arial" panose="020B0604020202020204" pitchFamily="34" charset="0"/>
                        <a:ea typeface="+mn-ea"/>
                        <a:cs typeface="Arial" panose="020B0604020202020204" pitchFamily="34" charset="0"/>
                      </a:endParaRPr>
                    </a:p>
                  </a:txBody>
                  <a:tcPr anchor="ctr"/>
                </a:tc>
                <a:tc rowSpan="3">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600" kern="1200" dirty="0" smtClean="0">
                          <a:solidFill>
                            <a:schemeClr val="tx1"/>
                          </a:solidFill>
                          <a:latin typeface="Arial" panose="020B0604020202020204" pitchFamily="34" charset="0"/>
                          <a:ea typeface="+mn-ea"/>
                          <a:cs typeface="Arial" panose="020B0604020202020204" pitchFamily="34" charset="0"/>
                        </a:rPr>
                        <a:t>KARI provide</a:t>
                      </a:r>
                      <a:endParaRPr lang="ko-KR" altLang="en-US" sz="1600" kern="1200" dirty="0">
                        <a:solidFill>
                          <a:schemeClr val="tx1"/>
                        </a:solidFill>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10003"/>
                  </a:ext>
                </a:extLst>
              </a:tr>
              <a:tr h="356078">
                <a:tc>
                  <a:txBody>
                    <a:bodyPr/>
                    <a:lstStyle/>
                    <a:p>
                      <a:pPr algn="ctr" latinLnBrk="1"/>
                      <a:r>
                        <a:rPr lang="en-US" altLang="ko-KR" sz="1600" kern="1200" dirty="0" smtClean="0">
                          <a:solidFill>
                            <a:schemeClr val="tx1"/>
                          </a:solidFill>
                          <a:latin typeface="Arial" panose="020B0604020202020204" pitchFamily="34" charset="0"/>
                          <a:ea typeface="+mn-ea"/>
                          <a:cs typeface="Arial" panose="020B0604020202020204" pitchFamily="34" charset="0"/>
                        </a:rPr>
                        <a:t>3</a:t>
                      </a:r>
                      <a:endParaRPr lang="ko-KR" altLang="en-US" sz="1600" kern="1200" dirty="0">
                        <a:solidFill>
                          <a:schemeClr val="tx1"/>
                        </a:solidFill>
                        <a:latin typeface="Arial" panose="020B0604020202020204" pitchFamily="34" charset="0"/>
                        <a:ea typeface="+mn-ea"/>
                        <a:cs typeface="Arial" panose="020B0604020202020204" pitchFamily="34" charset="0"/>
                      </a:endParaRPr>
                    </a:p>
                  </a:txBody>
                  <a:tcPr anchor="ctr"/>
                </a:tc>
                <a:tc>
                  <a:txBody>
                    <a:bodyPr/>
                    <a:lstStyle/>
                    <a:p>
                      <a:pPr marL="85725" indent="0" algn="l" defTabSz="914400" rtl="0" eaLnBrk="1" fontAlgn="ctr" latinLnBrk="1" hangingPunct="1"/>
                      <a:r>
                        <a:rPr lang="en-US" sz="1600" u="none" strike="noStrike" kern="1200" dirty="0">
                          <a:solidFill>
                            <a:schemeClr val="tx1"/>
                          </a:solidFill>
                          <a:effectLst/>
                          <a:latin typeface="Arial" panose="020B0604020202020204" pitchFamily="34" charset="0"/>
                          <a:ea typeface="+mj-ea"/>
                          <a:cs typeface="Arial" panose="020B0604020202020204" pitchFamily="34" charset="0"/>
                        </a:rPr>
                        <a:t>ESD Test Aid</a:t>
                      </a:r>
                    </a:p>
                  </a:txBody>
                  <a:tcPr marL="6161" marR="6161" marT="6161" marB="0" anchor="ct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600" kern="1200" dirty="0">
                          <a:solidFill>
                            <a:schemeClr val="tx1"/>
                          </a:solidFill>
                          <a:latin typeface="Arial" panose="020B0604020202020204" pitchFamily="34" charset="0"/>
                          <a:ea typeface="+mn-ea"/>
                          <a:cs typeface="Arial" panose="020B0604020202020204" pitchFamily="34" charset="0"/>
                        </a:rPr>
                        <a:t>-</a:t>
                      </a:r>
                      <a:endParaRPr lang="ko-KR" altLang="en-US" sz="1600" kern="1200" dirty="0">
                        <a:solidFill>
                          <a:schemeClr val="tx1"/>
                        </a:solidFill>
                        <a:latin typeface="Arial" panose="020B0604020202020204" pitchFamily="34" charset="0"/>
                        <a:ea typeface="+mn-ea"/>
                        <a:cs typeface="Arial" panose="020B0604020202020204" pitchFamily="34" charset="0"/>
                      </a:endParaRPr>
                    </a:p>
                  </a:txBody>
                  <a:tcPr anchor="ct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600" kern="1200" dirty="0">
                          <a:solidFill>
                            <a:schemeClr val="tx1"/>
                          </a:solidFill>
                          <a:latin typeface="Arial" panose="020B0604020202020204" pitchFamily="34" charset="0"/>
                          <a:ea typeface="+mn-ea"/>
                          <a:cs typeface="Arial" panose="020B0604020202020204" pitchFamily="34" charset="0"/>
                        </a:rPr>
                        <a:t>Ready</a:t>
                      </a:r>
                      <a:endParaRPr lang="ko-KR" altLang="en-US" sz="1600" kern="1200" dirty="0">
                        <a:solidFill>
                          <a:schemeClr val="tx1"/>
                        </a:solidFill>
                        <a:latin typeface="Arial" panose="020B0604020202020204" pitchFamily="34" charset="0"/>
                        <a:ea typeface="+mn-ea"/>
                        <a:cs typeface="Arial" panose="020B0604020202020204" pitchFamily="34" charset="0"/>
                      </a:endParaRPr>
                    </a:p>
                  </a:txBody>
                  <a:tcPr anchor="ctr"/>
                </a:tc>
                <a:tc vMerge="1">
                  <a:txBody>
                    <a:bodyPr/>
                    <a:lstStyle/>
                    <a:p>
                      <a:pPr algn="ctr" latinLnBrk="1"/>
                      <a:endParaRPr lang="ko-KR" altLang="en-US" sz="1600" kern="1200" dirty="0">
                        <a:solidFill>
                          <a:schemeClr val="tx1"/>
                        </a:solidFill>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10004"/>
                  </a:ext>
                </a:extLst>
              </a:tr>
              <a:tr h="356078">
                <a:tc>
                  <a:txBody>
                    <a:bodyPr/>
                    <a:lstStyle/>
                    <a:p>
                      <a:pPr algn="ctr" latinLnBrk="1"/>
                      <a:r>
                        <a:rPr lang="en-US" altLang="ko-KR" sz="1600" kern="1200" dirty="0" smtClean="0">
                          <a:solidFill>
                            <a:schemeClr val="tx1"/>
                          </a:solidFill>
                          <a:latin typeface="Arial" panose="020B0604020202020204" pitchFamily="34" charset="0"/>
                          <a:ea typeface="+mn-ea"/>
                          <a:cs typeface="Arial" panose="020B0604020202020204" pitchFamily="34" charset="0"/>
                        </a:rPr>
                        <a:t>4</a:t>
                      </a:r>
                      <a:endParaRPr lang="ko-KR" altLang="en-US" sz="1600" kern="1200" dirty="0">
                        <a:solidFill>
                          <a:schemeClr val="tx1"/>
                        </a:solidFill>
                        <a:latin typeface="Arial" panose="020B0604020202020204" pitchFamily="34" charset="0"/>
                        <a:ea typeface="+mn-ea"/>
                        <a:cs typeface="Arial" panose="020B0604020202020204" pitchFamily="34" charset="0"/>
                      </a:endParaRPr>
                    </a:p>
                  </a:txBody>
                  <a:tcPr anchor="ctr"/>
                </a:tc>
                <a:tc>
                  <a:txBody>
                    <a:bodyPr/>
                    <a:lstStyle/>
                    <a:p>
                      <a:pPr marL="85725" indent="0" algn="l" defTabSz="914400" rtl="0" eaLnBrk="1" fontAlgn="ctr" latinLnBrk="1" hangingPunct="1"/>
                      <a:r>
                        <a:rPr lang="en-US" sz="1600" u="none" strike="noStrike" kern="1200" dirty="0">
                          <a:solidFill>
                            <a:schemeClr val="tx1"/>
                          </a:solidFill>
                          <a:effectLst/>
                          <a:latin typeface="Arial" panose="020B0604020202020204" pitchFamily="34" charset="0"/>
                          <a:ea typeface="+mj-ea"/>
                          <a:cs typeface="Arial" panose="020B0604020202020204" pitchFamily="34" charset="0"/>
                        </a:rPr>
                        <a:t>Oscilloscope </a:t>
                      </a:r>
                    </a:p>
                  </a:txBody>
                  <a:tcPr marL="6161" marR="6161" marT="6161" marB="0" anchor="ctr"/>
                </a:tc>
                <a:tc>
                  <a:txBody>
                    <a:bodyPr/>
                    <a:lstStyle/>
                    <a:p>
                      <a:pPr algn="ctr" latinLnBrk="1"/>
                      <a:r>
                        <a:rPr lang="en-US" altLang="ko-KR" sz="1600" kern="1200" dirty="0">
                          <a:solidFill>
                            <a:schemeClr val="tx1"/>
                          </a:solidFill>
                          <a:latin typeface="Arial" panose="020B0604020202020204" pitchFamily="34" charset="0"/>
                          <a:ea typeface="+mn-ea"/>
                          <a:cs typeface="Arial" panose="020B0604020202020204" pitchFamily="34" charset="0"/>
                        </a:rPr>
                        <a:t>-</a:t>
                      </a:r>
                      <a:endParaRPr lang="ko-KR" altLang="en-US" sz="1600" kern="1200" dirty="0">
                        <a:solidFill>
                          <a:schemeClr val="tx1"/>
                        </a:solidFill>
                        <a:latin typeface="Arial" panose="020B0604020202020204" pitchFamily="34" charset="0"/>
                        <a:ea typeface="+mn-ea"/>
                        <a:cs typeface="Arial" panose="020B0604020202020204" pitchFamily="34" charset="0"/>
                      </a:endParaRPr>
                    </a:p>
                  </a:txBody>
                  <a:tcPr anchor="ctr"/>
                </a:tc>
                <a:tc>
                  <a:txBody>
                    <a:bodyPr/>
                    <a:lstStyle/>
                    <a:p>
                      <a:pPr algn="ctr" latinLnBrk="1"/>
                      <a:r>
                        <a:rPr lang="en-US" altLang="ko-KR" sz="1600" kern="1200" dirty="0">
                          <a:solidFill>
                            <a:schemeClr val="tx1"/>
                          </a:solidFill>
                          <a:latin typeface="Arial" panose="020B0604020202020204" pitchFamily="34" charset="0"/>
                          <a:ea typeface="+mn-ea"/>
                          <a:cs typeface="Arial" panose="020B0604020202020204" pitchFamily="34" charset="0"/>
                        </a:rPr>
                        <a:t>Ready</a:t>
                      </a:r>
                      <a:endParaRPr lang="ko-KR" altLang="en-US" sz="1600" kern="1200" dirty="0">
                        <a:solidFill>
                          <a:schemeClr val="tx1"/>
                        </a:solidFill>
                        <a:latin typeface="Arial" panose="020B0604020202020204" pitchFamily="34" charset="0"/>
                        <a:ea typeface="+mn-ea"/>
                        <a:cs typeface="Arial" panose="020B0604020202020204" pitchFamily="34" charset="0"/>
                      </a:endParaRPr>
                    </a:p>
                  </a:txBody>
                  <a:tcPr anchor="ctr"/>
                </a:tc>
                <a:tc vMerge="1">
                  <a:txBody>
                    <a:bodyPr/>
                    <a:lstStyle/>
                    <a:p>
                      <a:pPr algn="ctr" latinLnBrk="1"/>
                      <a:endParaRPr lang="ko-KR" altLang="en-US" sz="1600" kern="1200" dirty="0">
                        <a:solidFill>
                          <a:schemeClr val="tx1"/>
                        </a:solidFill>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7937230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64F239D-842E-4BAB-AE8A-FBFF56A60962}"/>
              </a:ext>
            </a:extLst>
          </p:cNvPr>
          <p:cNvSpPr>
            <a:spLocks noGrp="1"/>
          </p:cNvSpPr>
          <p:nvPr>
            <p:ph type="title"/>
          </p:nvPr>
        </p:nvSpPr>
        <p:spPr/>
        <p:txBody>
          <a:bodyPr/>
          <a:lstStyle/>
          <a:p>
            <a:r>
              <a:rPr lang="en-US" altLang="ko-KR" dirty="0" smtClean="0"/>
              <a:t>9. </a:t>
            </a:r>
            <a:r>
              <a:rPr lang="en-US" altLang="ko-KR" dirty="0"/>
              <a:t>Test </a:t>
            </a:r>
            <a:r>
              <a:rPr lang="en-US" altLang="ko-KR" dirty="0" smtClean="0"/>
              <a:t>SW </a:t>
            </a:r>
            <a:r>
              <a:rPr lang="en-US" altLang="ko-KR" dirty="0"/>
              <a:t>&amp; APS Status</a:t>
            </a:r>
            <a:endParaRPr lang="ko-KR" altLang="en-US" dirty="0"/>
          </a:p>
        </p:txBody>
      </p:sp>
      <p:sp>
        <p:nvSpPr>
          <p:cNvPr id="3" name="내용 개체 틀 2">
            <a:extLst>
              <a:ext uri="{FF2B5EF4-FFF2-40B4-BE49-F238E27FC236}">
                <a16:creationId xmlns:a16="http://schemas.microsoft.com/office/drawing/2014/main" id="{96B04B0A-73E9-4F6C-B48C-BE7EC898697D}"/>
              </a:ext>
            </a:extLst>
          </p:cNvPr>
          <p:cNvSpPr>
            <a:spLocks noGrp="1"/>
          </p:cNvSpPr>
          <p:nvPr>
            <p:ph idx="1"/>
          </p:nvPr>
        </p:nvSpPr>
        <p:spPr/>
        <p:txBody>
          <a:bodyPr/>
          <a:lstStyle/>
          <a:p>
            <a:r>
              <a:rPr lang="en-US" altLang="ko-KR" dirty="0" smtClean="0"/>
              <a:t>FW &amp; APS</a:t>
            </a:r>
          </a:p>
          <a:p>
            <a:endParaRPr lang="en-US" altLang="ko-KR" dirty="0"/>
          </a:p>
          <a:p>
            <a:pPr lvl="1"/>
            <a:endParaRPr lang="en-US" altLang="ko-KR" dirty="0"/>
          </a:p>
          <a:p>
            <a:pPr lvl="1"/>
            <a:endParaRPr lang="en-US" altLang="ko-KR" dirty="0"/>
          </a:p>
          <a:p>
            <a:pPr lvl="1"/>
            <a:endParaRPr lang="en-US" altLang="ko-KR" dirty="0"/>
          </a:p>
          <a:p>
            <a:pPr lvl="1"/>
            <a:endParaRPr lang="en-US" altLang="ko-KR" dirty="0"/>
          </a:p>
          <a:p>
            <a:pPr lvl="1"/>
            <a:endParaRPr lang="en-US" altLang="ko-KR" dirty="0"/>
          </a:p>
          <a:p>
            <a:pPr lvl="1"/>
            <a:endParaRPr lang="en-US" altLang="ko-KR" dirty="0"/>
          </a:p>
        </p:txBody>
      </p:sp>
      <p:sp>
        <p:nvSpPr>
          <p:cNvPr id="4" name="슬라이드 번호 개체 틀 3">
            <a:extLst>
              <a:ext uri="{FF2B5EF4-FFF2-40B4-BE49-F238E27FC236}">
                <a16:creationId xmlns:a16="http://schemas.microsoft.com/office/drawing/2014/main" id="{50F8F762-1976-4B03-BC45-5B62056191A8}"/>
              </a:ext>
            </a:extLst>
          </p:cNvPr>
          <p:cNvSpPr>
            <a:spLocks noGrp="1"/>
          </p:cNvSpPr>
          <p:nvPr>
            <p:ph type="sldNum" sz="quarter" idx="4"/>
          </p:nvPr>
        </p:nvSpPr>
        <p:spPr/>
        <p:txBody>
          <a:bodyPr/>
          <a:lstStyle/>
          <a:p>
            <a:fld id="{5FF3941A-8195-4E1C-AD48-53675AE8B136}" type="slidenum">
              <a:rPr lang="en-US" altLang="ko-KR" smtClean="0"/>
              <a:pPr/>
              <a:t>13</a:t>
            </a:fld>
            <a:endParaRPr lang="en-US" altLang="ko-KR" dirty="0"/>
          </a:p>
        </p:txBody>
      </p:sp>
      <p:graphicFrame>
        <p:nvGraphicFramePr>
          <p:cNvPr id="7" name="표 6">
            <a:extLst>
              <a:ext uri="{FF2B5EF4-FFF2-40B4-BE49-F238E27FC236}">
                <a16:creationId xmlns:a16="http://schemas.microsoft.com/office/drawing/2014/main" id="{2E2BB70E-735E-4620-A0B6-533B1263949F}"/>
              </a:ext>
            </a:extLst>
          </p:cNvPr>
          <p:cNvGraphicFramePr>
            <a:graphicFrameLocks noGrp="1"/>
          </p:cNvGraphicFramePr>
          <p:nvPr>
            <p:extLst>
              <p:ext uri="{D42A27DB-BD31-4B8C-83A1-F6EECF244321}">
                <p14:modId xmlns:p14="http://schemas.microsoft.com/office/powerpoint/2010/main" val="2423591698"/>
              </p:ext>
            </p:extLst>
          </p:nvPr>
        </p:nvGraphicFramePr>
        <p:xfrm>
          <a:off x="323528" y="1456684"/>
          <a:ext cx="8532242" cy="2253377"/>
        </p:xfrm>
        <a:graphic>
          <a:graphicData uri="http://schemas.openxmlformats.org/drawingml/2006/table">
            <a:tbl>
              <a:tblPr firstRow="1" bandRow="1">
                <a:tableStyleId>{5C22544A-7EE6-4342-B048-85BDC9FD1C3A}</a:tableStyleId>
              </a:tblPr>
              <a:tblGrid>
                <a:gridCol w="1418892">
                  <a:extLst>
                    <a:ext uri="{9D8B030D-6E8A-4147-A177-3AD203B41FA5}">
                      <a16:colId xmlns:a16="http://schemas.microsoft.com/office/drawing/2014/main" val="20000"/>
                    </a:ext>
                  </a:extLst>
                </a:gridCol>
                <a:gridCol w="2181508">
                  <a:extLst>
                    <a:ext uri="{9D8B030D-6E8A-4147-A177-3AD203B41FA5}">
                      <a16:colId xmlns:a16="http://schemas.microsoft.com/office/drawing/2014/main" val="20001"/>
                    </a:ext>
                  </a:extLst>
                </a:gridCol>
                <a:gridCol w="1872208">
                  <a:extLst>
                    <a:ext uri="{9D8B030D-6E8A-4147-A177-3AD203B41FA5}">
                      <a16:colId xmlns:a16="http://schemas.microsoft.com/office/drawing/2014/main" val="20002"/>
                    </a:ext>
                  </a:extLst>
                </a:gridCol>
                <a:gridCol w="1525119">
                  <a:extLst>
                    <a:ext uri="{9D8B030D-6E8A-4147-A177-3AD203B41FA5}">
                      <a16:colId xmlns:a16="http://schemas.microsoft.com/office/drawing/2014/main" val="20003"/>
                    </a:ext>
                  </a:extLst>
                </a:gridCol>
                <a:gridCol w="1534515">
                  <a:extLst>
                    <a:ext uri="{9D8B030D-6E8A-4147-A177-3AD203B41FA5}">
                      <a16:colId xmlns:a16="http://schemas.microsoft.com/office/drawing/2014/main" val="20004"/>
                    </a:ext>
                  </a:extLst>
                </a:gridCol>
              </a:tblGrid>
              <a:tr h="634022">
                <a:tc>
                  <a:txBody>
                    <a:bodyPr/>
                    <a:lstStyle/>
                    <a:p>
                      <a:pPr algn="ctr" latinLnBrk="1"/>
                      <a:r>
                        <a:rPr lang="en-US" altLang="ko-KR" sz="1600" dirty="0">
                          <a:latin typeface="Arial" panose="020B0604020202020204" pitchFamily="34" charset="0"/>
                          <a:cs typeface="Arial" panose="020B0604020202020204" pitchFamily="34" charset="0"/>
                        </a:rPr>
                        <a:t>Category</a:t>
                      </a:r>
                      <a:endParaRPr lang="ko-KR" altLang="en-US" sz="1600" dirty="0">
                        <a:latin typeface="Arial" panose="020B0604020202020204" pitchFamily="34" charset="0"/>
                        <a:cs typeface="Arial" panose="020B0604020202020204" pitchFamily="34" charset="0"/>
                      </a:endParaRPr>
                    </a:p>
                  </a:txBody>
                  <a:tcPr anchor="ctr"/>
                </a:tc>
                <a:tc>
                  <a:txBody>
                    <a:bodyPr/>
                    <a:lstStyle/>
                    <a:p>
                      <a:pPr algn="ctr" latinLnBrk="1"/>
                      <a:r>
                        <a:rPr lang="en-US" altLang="ko-KR" sz="1600" baseline="0" dirty="0">
                          <a:latin typeface="Arial" panose="020B0604020202020204" pitchFamily="34" charset="0"/>
                          <a:cs typeface="Arial" panose="020B0604020202020204" pitchFamily="34" charset="0"/>
                        </a:rPr>
                        <a:t>Name</a:t>
                      </a:r>
                      <a:endParaRPr lang="ko-KR" altLang="en-US" sz="1600" dirty="0">
                        <a:latin typeface="Arial" panose="020B0604020202020204" pitchFamily="34" charset="0"/>
                        <a:cs typeface="Arial" panose="020B0604020202020204" pitchFamily="34" charset="0"/>
                      </a:endParaRPr>
                    </a:p>
                  </a:txBody>
                  <a:tcPr anchor="ctr"/>
                </a:tc>
                <a:tc>
                  <a:txBody>
                    <a:bodyPr/>
                    <a:lstStyle/>
                    <a:p>
                      <a:pPr algn="ctr" latinLnBrk="1"/>
                      <a:r>
                        <a:rPr lang="en-US" altLang="ko-KR" sz="1600" dirty="0">
                          <a:latin typeface="Arial" panose="020B0604020202020204" pitchFamily="34" charset="0"/>
                          <a:cs typeface="Arial" panose="020B0604020202020204" pitchFamily="34" charset="0"/>
                        </a:rPr>
                        <a:t>Version &amp;</a:t>
                      </a:r>
                    </a:p>
                    <a:p>
                      <a:pPr algn="ctr" latinLnBrk="1"/>
                      <a:r>
                        <a:rPr lang="en-US" altLang="ko-KR" sz="1600" dirty="0">
                          <a:latin typeface="Arial" panose="020B0604020202020204" pitchFamily="34" charset="0"/>
                          <a:cs typeface="Arial" panose="020B0604020202020204" pitchFamily="34" charset="0"/>
                        </a:rPr>
                        <a:t>SCOA</a:t>
                      </a:r>
                      <a:endParaRPr lang="ko-KR" altLang="en-US" sz="1600" dirty="0">
                        <a:latin typeface="Arial" panose="020B0604020202020204" pitchFamily="34" charset="0"/>
                        <a:cs typeface="Arial" panose="020B0604020202020204" pitchFamily="34" charset="0"/>
                      </a:endParaRPr>
                    </a:p>
                  </a:txBody>
                  <a:tcPr anchor="ctr"/>
                </a:tc>
                <a:tc>
                  <a:txBody>
                    <a:bodyPr/>
                    <a:lstStyle/>
                    <a:p>
                      <a:pPr algn="ctr" latinLnBrk="1"/>
                      <a:r>
                        <a:rPr lang="en-US" altLang="ko-KR" sz="1600" dirty="0">
                          <a:latin typeface="Arial" panose="020B0604020202020204" pitchFamily="34" charset="0"/>
                          <a:cs typeface="Arial" panose="020B0604020202020204" pitchFamily="34" charset="0"/>
                        </a:rPr>
                        <a:t>Release</a:t>
                      </a:r>
                      <a:r>
                        <a:rPr lang="en-US" altLang="ko-KR" sz="1600" baseline="0" dirty="0">
                          <a:latin typeface="Arial" panose="020B0604020202020204" pitchFamily="34" charset="0"/>
                          <a:cs typeface="Arial" panose="020B0604020202020204" pitchFamily="34" charset="0"/>
                        </a:rPr>
                        <a:t> </a:t>
                      </a:r>
                      <a:r>
                        <a:rPr lang="en-US" altLang="ko-KR" sz="1600" dirty="0">
                          <a:latin typeface="Arial" panose="020B0604020202020204" pitchFamily="34" charset="0"/>
                          <a:cs typeface="Arial" panose="020B0604020202020204" pitchFamily="34" charset="0"/>
                        </a:rPr>
                        <a:t>Date</a:t>
                      </a:r>
                      <a:endParaRPr lang="ko-KR" altLang="en-US" sz="1600" dirty="0">
                        <a:latin typeface="Arial" panose="020B0604020202020204" pitchFamily="34" charset="0"/>
                        <a:cs typeface="Arial" panose="020B0604020202020204" pitchFamily="34" charset="0"/>
                      </a:endParaRPr>
                    </a:p>
                  </a:txBody>
                  <a:tcPr anchor="ctr"/>
                </a:tc>
                <a:tc>
                  <a:txBody>
                    <a:bodyPr/>
                    <a:lstStyle/>
                    <a:p>
                      <a:pPr algn="ctr" latinLnBrk="1"/>
                      <a:r>
                        <a:rPr lang="en-US" altLang="ko-KR" sz="1600" dirty="0">
                          <a:latin typeface="Arial" panose="020B0604020202020204" pitchFamily="34" charset="0"/>
                          <a:cs typeface="Arial" panose="020B0604020202020204" pitchFamily="34" charset="0"/>
                        </a:rPr>
                        <a:t>Remarks</a:t>
                      </a:r>
                      <a:endParaRPr lang="ko-KR" altLang="en-US" sz="16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0000"/>
                  </a:ext>
                </a:extLst>
              </a:tr>
              <a:tr h="367065">
                <a:tc>
                  <a:txBody>
                    <a:bodyPr/>
                    <a:lstStyle/>
                    <a:p>
                      <a:pPr algn="ctr" latinLnBrk="1"/>
                      <a:r>
                        <a:rPr lang="en-US" altLang="ko-KR" sz="1400" baseline="0" dirty="0" smtClean="0">
                          <a:latin typeface="Arial" panose="020B0604020202020204" pitchFamily="34" charset="0"/>
                          <a:cs typeface="Arial" panose="020B0604020202020204" pitchFamily="34" charset="0"/>
                        </a:rPr>
                        <a:t>DTN SW</a:t>
                      </a:r>
                      <a:endParaRPr lang="ko-KR" altLang="en-US" sz="1400" dirty="0">
                        <a:latin typeface="Arial" panose="020B0604020202020204" pitchFamily="34" charset="0"/>
                        <a:cs typeface="Arial" panose="020B0604020202020204" pitchFamily="34" charset="0"/>
                      </a:endParaRPr>
                    </a:p>
                  </a:txBody>
                  <a:tcPr anchor="ctr"/>
                </a:tc>
                <a:tc>
                  <a:txBody>
                    <a:bodyPr/>
                    <a:lstStyle/>
                    <a:p>
                      <a:pPr algn="ctr" latinLnBrk="1"/>
                      <a:r>
                        <a:rPr lang="en-US" altLang="ko-KR" sz="1400" dirty="0" smtClean="0">
                          <a:latin typeface="Arial" panose="020B0604020202020204" pitchFamily="34" charset="0"/>
                          <a:cs typeface="Arial" panose="020B0604020202020204" pitchFamily="34" charset="0"/>
                        </a:rPr>
                        <a:t>ION</a:t>
                      </a:r>
                      <a:endParaRPr lang="ko-KR" altLang="en-US" sz="1400" dirty="0">
                        <a:latin typeface="Arial" panose="020B0604020202020204" pitchFamily="34" charset="0"/>
                        <a:cs typeface="Arial" panose="020B0604020202020204" pitchFamily="34" charset="0"/>
                      </a:endParaRPr>
                    </a:p>
                  </a:txBody>
                  <a:tcPr anchor="ctr"/>
                </a:tc>
                <a:tc>
                  <a:txBody>
                    <a:bodyPr/>
                    <a:lstStyle/>
                    <a:p>
                      <a:pPr algn="ctr" latinLnBrk="1"/>
                      <a:r>
                        <a:rPr lang="en-US" altLang="ko-KR" sz="1400" dirty="0" smtClean="0">
                          <a:latin typeface="Arial" panose="020B0604020202020204" pitchFamily="34" charset="0"/>
                          <a:cs typeface="Arial" panose="020B0604020202020204" pitchFamily="34" charset="0"/>
                        </a:rPr>
                        <a:t>Ver. 3.6.1</a:t>
                      </a:r>
                      <a:endParaRPr lang="ko-KR" altLang="en-US" sz="1400" dirty="0">
                        <a:solidFill>
                          <a:srgbClr val="0000FF"/>
                        </a:solidFill>
                        <a:latin typeface="Arial" panose="020B0604020202020204" pitchFamily="34" charset="0"/>
                        <a:cs typeface="Arial" panose="020B0604020202020204" pitchFamily="34" charset="0"/>
                      </a:endParaRPr>
                    </a:p>
                  </a:txBody>
                  <a:tcPr anchor="ctr"/>
                </a:tc>
                <a:tc>
                  <a:txBody>
                    <a:bodyPr/>
                    <a:lstStyle/>
                    <a:p>
                      <a:pPr algn="ctr" latinLnBrk="1"/>
                      <a:r>
                        <a:rPr lang="en-US" altLang="ko-KR" sz="1400" dirty="0" smtClean="0">
                          <a:latin typeface="Arial" panose="020B0604020202020204" pitchFamily="34" charset="0"/>
                          <a:cs typeface="Arial" panose="020B0604020202020204" pitchFamily="34" charset="0"/>
                        </a:rPr>
                        <a:t>2020.08.10</a:t>
                      </a:r>
                      <a:endParaRPr lang="ko-KR" altLang="en-US" sz="1400" dirty="0">
                        <a:latin typeface="Arial" panose="020B0604020202020204" pitchFamily="34" charset="0"/>
                        <a:cs typeface="Arial" panose="020B0604020202020204" pitchFamily="34" charset="0"/>
                      </a:endParaRPr>
                    </a:p>
                  </a:txBody>
                  <a:tcPr anchor="ctr"/>
                </a:tc>
                <a:tc>
                  <a:txBody>
                    <a:bodyPr/>
                    <a:lstStyle/>
                    <a:p>
                      <a:pPr algn="ctr" latinLnBrk="1"/>
                      <a:endParaRPr lang="ko-KR" altLang="en-US" sz="14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0001"/>
                  </a:ext>
                </a:extLst>
              </a:tr>
              <a:tr h="367065">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smtClean="0">
                          <a:latin typeface="Arial" panose="020B0604020202020204" pitchFamily="34" charset="0"/>
                          <a:cs typeface="Arial" panose="020B0604020202020204" pitchFamily="34" charset="0"/>
                        </a:rPr>
                        <a:t>FW</a:t>
                      </a:r>
                      <a:endParaRPr lang="ko-KR" altLang="en-US" sz="1400" dirty="0">
                        <a:latin typeface="Arial" panose="020B0604020202020204" pitchFamily="34" charset="0"/>
                        <a:cs typeface="Arial" panose="020B0604020202020204" pitchFamily="34" charset="0"/>
                      </a:endParaRPr>
                    </a:p>
                  </a:txBody>
                  <a:tcPr anchor="ctr"/>
                </a:tc>
                <a:tc>
                  <a:txBody>
                    <a:bodyPr/>
                    <a:lstStyle/>
                    <a:p>
                      <a:pPr algn="ctr" latinLnBrk="1"/>
                      <a:r>
                        <a:rPr lang="en-US" altLang="ko-KR" sz="1400" dirty="0" smtClean="0">
                          <a:latin typeface="Arial" panose="020B0604020202020204" pitchFamily="34" charset="0"/>
                          <a:cs typeface="Arial" panose="020B0604020202020204" pitchFamily="34" charset="0"/>
                        </a:rPr>
                        <a:t>SBC FW</a:t>
                      </a:r>
                      <a:endParaRPr lang="ko-KR" altLang="en-US" sz="1400" dirty="0">
                        <a:latin typeface="Arial" panose="020B0604020202020204" pitchFamily="34" charset="0"/>
                        <a:cs typeface="Arial" panose="020B0604020202020204" pitchFamily="34" charset="0"/>
                      </a:endParaRPr>
                    </a:p>
                  </a:txBody>
                  <a:tcPr anchor="ctr"/>
                </a:tc>
                <a:tc>
                  <a:txBody>
                    <a:bodyPr/>
                    <a:lstStyle/>
                    <a:p>
                      <a:pPr algn="ctr" latinLnBrk="1"/>
                      <a:r>
                        <a:rPr lang="en-US" altLang="ko-KR" sz="1400" dirty="0" smtClean="0">
                          <a:latin typeface="Arial" panose="020B0604020202020204" pitchFamily="34" charset="0"/>
                          <a:cs typeface="Arial" panose="020B0604020202020204" pitchFamily="34" charset="0"/>
                        </a:rPr>
                        <a:t>Ver.</a:t>
                      </a:r>
                      <a:r>
                        <a:rPr lang="en-US" altLang="ko-KR" sz="1400" baseline="0" dirty="0" smtClean="0">
                          <a:latin typeface="Arial" panose="020B0604020202020204" pitchFamily="34" charset="0"/>
                          <a:cs typeface="Arial" panose="020B0604020202020204" pitchFamily="34" charset="0"/>
                        </a:rPr>
                        <a:t> 1.1.0</a:t>
                      </a:r>
                      <a:endParaRPr lang="ko-KR" altLang="en-US" sz="1400" dirty="0">
                        <a:latin typeface="Arial" panose="020B0604020202020204" pitchFamily="34" charset="0"/>
                        <a:cs typeface="Arial" panose="020B0604020202020204" pitchFamily="34" charset="0"/>
                      </a:endParaRP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smtClean="0">
                          <a:latin typeface="Arial" panose="020B0604020202020204" pitchFamily="34" charset="0"/>
                          <a:cs typeface="Arial" panose="020B0604020202020204" pitchFamily="34" charset="0"/>
                        </a:rPr>
                        <a:t>2020.08.10</a:t>
                      </a:r>
                      <a:endParaRPr lang="ko-KR" altLang="en-US" sz="1400" dirty="0" smtClean="0">
                        <a:latin typeface="Arial" panose="020B0604020202020204" pitchFamily="34" charset="0"/>
                        <a:cs typeface="Arial" panose="020B0604020202020204" pitchFamily="34" charset="0"/>
                      </a:endParaRPr>
                    </a:p>
                  </a:txBody>
                  <a:tcPr anchor="ctr"/>
                </a:tc>
                <a:tc>
                  <a:txBody>
                    <a:bodyPr/>
                    <a:lstStyle/>
                    <a:p>
                      <a:pPr algn="ctr" latinLnBrk="1"/>
                      <a:endParaRPr lang="ko-KR" altLang="en-US" sz="14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473038991"/>
                  </a:ext>
                </a:extLst>
              </a:tr>
              <a:tr h="367065">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smtClean="0">
                          <a:latin typeface="Arial" panose="020B0604020202020204" pitchFamily="34" charset="0"/>
                          <a:cs typeface="Arial" panose="020B0604020202020204" pitchFamily="34" charset="0"/>
                        </a:rPr>
                        <a:t>OS</a:t>
                      </a:r>
                      <a:endParaRPr lang="ko-KR" altLang="en-US" sz="1400" dirty="0">
                        <a:latin typeface="Arial" panose="020B0604020202020204" pitchFamily="34" charset="0"/>
                        <a:cs typeface="Arial" panose="020B0604020202020204" pitchFamily="34" charset="0"/>
                      </a:endParaRPr>
                    </a:p>
                  </a:txBody>
                  <a:tcPr anchor="ctr"/>
                </a:tc>
                <a:tc>
                  <a:txBody>
                    <a:bodyPr/>
                    <a:lstStyle/>
                    <a:p>
                      <a:pPr algn="ctr" latinLnBrk="1"/>
                      <a:r>
                        <a:rPr lang="en-US" altLang="ko-KR" sz="1400" dirty="0" smtClean="0">
                          <a:latin typeface="Arial" panose="020B0604020202020204" pitchFamily="34" charset="0"/>
                          <a:cs typeface="Arial" panose="020B0604020202020204" pitchFamily="34" charset="0"/>
                        </a:rPr>
                        <a:t>RTEMS</a:t>
                      </a:r>
                      <a:endParaRPr lang="ko-KR" altLang="en-US" sz="1400" dirty="0">
                        <a:latin typeface="Arial" panose="020B0604020202020204" pitchFamily="34" charset="0"/>
                        <a:cs typeface="Arial" panose="020B0604020202020204" pitchFamily="34" charset="0"/>
                      </a:endParaRPr>
                    </a:p>
                  </a:txBody>
                  <a:tcPr anchor="ctr"/>
                </a:tc>
                <a:tc>
                  <a:txBody>
                    <a:bodyPr/>
                    <a:lstStyle/>
                    <a:p>
                      <a:pPr algn="ctr" latinLnBrk="1"/>
                      <a:r>
                        <a:rPr lang="en-US" altLang="ko-KR" sz="1400" dirty="0" smtClean="0">
                          <a:latin typeface="Arial" panose="020B0604020202020204" pitchFamily="34" charset="0"/>
                          <a:cs typeface="Arial" panose="020B0604020202020204" pitchFamily="34" charset="0"/>
                        </a:rPr>
                        <a:t>Ver. 4.11</a:t>
                      </a:r>
                      <a:endParaRPr lang="ko-KR" altLang="en-US" sz="1400" dirty="0">
                        <a:latin typeface="Arial" panose="020B0604020202020204" pitchFamily="34" charset="0"/>
                        <a:cs typeface="Arial" panose="020B0604020202020204" pitchFamily="34" charset="0"/>
                      </a:endParaRP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smtClean="0">
                          <a:latin typeface="Arial" panose="020B0604020202020204" pitchFamily="34" charset="0"/>
                          <a:cs typeface="Arial" panose="020B0604020202020204" pitchFamily="34" charset="0"/>
                        </a:rPr>
                        <a:t>NA</a:t>
                      </a:r>
                      <a:endParaRPr lang="ko-KR" altLang="en-US" sz="1400" dirty="0">
                        <a:latin typeface="Arial" panose="020B0604020202020204" pitchFamily="34" charset="0"/>
                        <a:cs typeface="Arial" panose="020B0604020202020204" pitchFamily="34" charset="0"/>
                      </a:endParaRPr>
                    </a:p>
                  </a:txBody>
                  <a:tcPr anchor="ctr"/>
                </a:tc>
                <a:tc>
                  <a:txBody>
                    <a:bodyPr/>
                    <a:lstStyle/>
                    <a:p>
                      <a:pPr algn="ctr" latinLnBrk="1"/>
                      <a:endParaRPr lang="ko-KR" altLang="en-US" sz="14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4093310646"/>
                  </a:ext>
                </a:extLst>
              </a:tr>
              <a:tr h="367065">
                <a:tc>
                  <a:txBody>
                    <a:bodyPr/>
                    <a:lstStyle/>
                    <a:p>
                      <a:pPr algn="ctr" latinLnBrk="1"/>
                      <a:r>
                        <a:rPr lang="en-US" altLang="ko-KR" sz="1400" dirty="0">
                          <a:latin typeface="Arial" panose="020B0604020202020204" pitchFamily="34" charset="0"/>
                          <a:cs typeface="Arial" panose="020B0604020202020204" pitchFamily="34" charset="0"/>
                        </a:rPr>
                        <a:t>APS</a:t>
                      </a:r>
                      <a:endParaRPr lang="ko-KR" altLang="en-US" sz="1400" dirty="0">
                        <a:latin typeface="Arial" panose="020B0604020202020204" pitchFamily="34" charset="0"/>
                        <a:cs typeface="Arial" panose="020B0604020202020204" pitchFamily="34" charset="0"/>
                      </a:endParaRP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smtClean="0">
                          <a:latin typeface="Arial" panose="020B0604020202020204" pitchFamily="34" charset="0"/>
                          <a:cs typeface="Arial" panose="020B0604020202020204" pitchFamily="34" charset="0"/>
                        </a:rPr>
                        <a:t>ETB_DTNPL_11.APS</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smtClean="0">
                          <a:latin typeface="Arial" panose="020B0604020202020204" pitchFamily="34" charset="0"/>
                          <a:cs typeface="Arial" panose="020B0604020202020204" pitchFamily="34" charset="0"/>
                        </a:rPr>
                        <a:t>ETB_DTNPL_21.APS</a:t>
                      </a:r>
                    </a:p>
                  </a:txBody>
                  <a:tcPr anchor="ctr"/>
                </a:tc>
                <a:tc>
                  <a:txBody>
                    <a:bodyPr/>
                    <a:lstStyle/>
                    <a:p>
                      <a:pPr algn="ctr" latinLnBrk="1"/>
                      <a:r>
                        <a:rPr lang="en-US" altLang="ko-KR" sz="1400" dirty="0" smtClean="0">
                          <a:latin typeface="Arial" panose="020B0604020202020204" pitchFamily="34" charset="0"/>
                          <a:cs typeface="Arial" panose="020B0604020202020204" pitchFamily="34" charset="0"/>
                        </a:rPr>
                        <a:t>Ver.</a:t>
                      </a:r>
                      <a:r>
                        <a:rPr lang="en-US" altLang="ko-KR" sz="1400" baseline="0" dirty="0" smtClean="0">
                          <a:latin typeface="Arial" panose="020B0604020202020204" pitchFamily="34" charset="0"/>
                          <a:cs typeface="Arial" panose="020B0604020202020204" pitchFamily="34" charset="0"/>
                        </a:rPr>
                        <a:t> 01</a:t>
                      </a:r>
                      <a:endParaRPr lang="en-US" altLang="ko-KR" sz="1400" dirty="0" smtClean="0">
                        <a:latin typeface="Arial" panose="020B0604020202020204" pitchFamily="34" charset="0"/>
                        <a:cs typeface="Arial" panose="020B0604020202020204" pitchFamily="34" charset="0"/>
                      </a:endParaRPr>
                    </a:p>
                    <a:p>
                      <a:pPr algn="ctr" latinLnBrk="1"/>
                      <a:r>
                        <a:rPr lang="en-US" altLang="ko-KR" sz="1400" dirty="0" smtClean="0">
                          <a:latin typeface="Arial" panose="020B0604020202020204" pitchFamily="34" charset="0"/>
                          <a:cs typeface="Arial" panose="020B0604020202020204" pitchFamily="34" charset="0"/>
                        </a:rPr>
                        <a:t>NA</a:t>
                      </a:r>
                      <a:endParaRPr lang="ko-KR" altLang="en-US" sz="1400" dirty="0">
                        <a:latin typeface="Arial" panose="020B0604020202020204" pitchFamily="34" charset="0"/>
                        <a:cs typeface="Arial" panose="020B0604020202020204" pitchFamily="34" charset="0"/>
                      </a:endParaRP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smtClean="0">
                          <a:latin typeface="Arial" panose="020B0604020202020204" pitchFamily="34" charset="0"/>
                          <a:cs typeface="Arial" panose="020B0604020202020204" pitchFamily="34" charset="0"/>
                        </a:rPr>
                        <a:t>2020.08.28</a:t>
                      </a:r>
                      <a:endParaRPr lang="ko-KR" altLang="en-US" sz="1400" dirty="0" smtClean="0">
                        <a:latin typeface="Arial" panose="020B0604020202020204" pitchFamily="34" charset="0"/>
                        <a:cs typeface="Arial" panose="020B0604020202020204" pitchFamily="34" charset="0"/>
                      </a:endParaRPr>
                    </a:p>
                    <a:p>
                      <a:pPr algn="ctr" latinLnBrk="1"/>
                      <a:r>
                        <a:rPr lang="en-US" altLang="ko-KR" sz="1400" dirty="0" smtClean="0">
                          <a:latin typeface="Arial" panose="020B0604020202020204" pitchFamily="34" charset="0"/>
                          <a:cs typeface="Arial" panose="020B0604020202020204" pitchFamily="34" charset="0"/>
                        </a:rPr>
                        <a:t>NA</a:t>
                      </a:r>
                      <a:endParaRPr lang="ko-KR" altLang="en-US" sz="1400" dirty="0">
                        <a:latin typeface="Arial" panose="020B0604020202020204" pitchFamily="34" charset="0"/>
                        <a:cs typeface="Arial" panose="020B0604020202020204" pitchFamily="34" charset="0"/>
                      </a:endParaRP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smtClean="0">
                          <a:latin typeface="Arial" panose="020B0604020202020204" pitchFamily="34" charset="0"/>
                          <a:cs typeface="Arial" panose="020B0604020202020204" pitchFamily="34" charset="0"/>
                        </a:rPr>
                        <a:t>Step #01</a:t>
                      </a:r>
                      <a:endParaRPr lang="ko-KR" altLang="en-US" sz="1400" dirty="0" smtClean="0">
                        <a:latin typeface="Arial" panose="020B0604020202020204" pitchFamily="34" charset="0"/>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smtClean="0">
                          <a:latin typeface="Arial" panose="020B0604020202020204" pitchFamily="34" charset="0"/>
                          <a:cs typeface="Arial" panose="020B0604020202020204" pitchFamily="34" charset="0"/>
                        </a:rPr>
                        <a:t>Step #02</a:t>
                      </a:r>
                      <a:endParaRPr lang="ko-KR" altLang="en-US" sz="1400" dirty="0" smtClean="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690237219"/>
                  </a:ext>
                </a:extLst>
              </a:tr>
            </a:tbl>
          </a:graphicData>
        </a:graphic>
      </p:graphicFrame>
    </p:spTree>
    <p:extLst>
      <p:ext uri="{BB962C8B-B14F-4D97-AF65-F5344CB8AC3E}">
        <p14:creationId xmlns:p14="http://schemas.microsoft.com/office/powerpoint/2010/main" val="994162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CE649E4-F485-497C-BDB2-5AAFE8DE9399}"/>
              </a:ext>
            </a:extLst>
          </p:cNvPr>
          <p:cNvSpPr>
            <a:spLocks noGrp="1"/>
          </p:cNvSpPr>
          <p:nvPr>
            <p:ph type="title"/>
          </p:nvPr>
        </p:nvSpPr>
        <p:spPr/>
        <p:txBody>
          <a:bodyPr/>
          <a:lstStyle/>
          <a:p>
            <a:r>
              <a:rPr lang="en-US" altLang="ko-KR" dirty="0" smtClean="0"/>
              <a:t>10. </a:t>
            </a:r>
            <a:r>
              <a:rPr lang="en-US" altLang="ko-KR" dirty="0"/>
              <a:t>Test ID &amp; </a:t>
            </a:r>
            <a:r>
              <a:rPr lang="en-US" altLang="ko-KR" dirty="0" smtClean="0"/>
              <a:t>Method (</a:t>
            </a:r>
            <a:r>
              <a:rPr lang="en-US" altLang="ko-KR" dirty="0"/>
              <a:t>1/5</a:t>
            </a:r>
            <a:r>
              <a:rPr lang="en-US" altLang="ko-KR" dirty="0" smtClean="0"/>
              <a:t>)</a:t>
            </a:r>
            <a:endParaRPr lang="ko-KR" altLang="en-US" dirty="0"/>
          </a:p>
        </p:txBody>
      </p:sp>
      <p:graphicFrame>
        <p:nvGraphicFramePr>
          <p:cNvPr id="5" name="내용 개체 틀 4"/>
          <p:cNvGraphicFramePr>
            <a:graphicFrameLocks noGrp="1"/>
          </p:cNvGraphicFramePr>
          <p:nvPr>
            <p:ph idx="1"/>
            <p:extLst/>
          </p:nvPr>
        </p:nvGraphicFramePr>
        <p:xfrm>
          <a:off x="627104" y="1078707"/>
          <a:ext cx="7454900" cy="2278282"/>
        </p:xfrm>
        <a:graphic>
          <a:graphicData uri="http://schemas.openxmlformats.org/drawingml/2006/table">
            <a:tbl>
              <a:tblPr>
                <a:tableStyleId>{5C22544A-7EE6-4342-B048-85BDC9FD1C3A}</a:tableStyleId>
              </a:tblPr>
              <a:tblGrid>
                <a:gridCol w="2576744">
                  <a:extLst>
                    <a:ext uri="{9D8B030D-6E8A-4147-A177-3AD203B41FA5}">
                      <a16:colId xmlns:a16="http://schemas.microsoft.com/office/drawing/2014/main" val="1584909590"/>
                    </a:ext>
                  </a:extLst>
                </a:gridCol>
                <a:gridCol w="4878156">
                  <a:extLst>
                    <a:ext uri="{9D8B030D-6E8A-4147-A177-3AD203B41FA5}">
                      <a16:colId xmlns:a16="http://schemas.microsoft.com/office/drawing/2014/main" val="4250686233"/>
                    </a:ext>
                  </a:extLst>
                </a:gridCol>
              </a:tblGrid>
              <a:tr h="190640">
                <a:tc>
                  <a:txBody>
                    <a:bodyPr/>
                    <a:lstStyle/>
                    <a:p>
                      <a:pPr algn="l" fontAlgn="ctr"/>
                      <a:r>
                        <a:rPr lang="en-US" sz="1100" u="none" strike="noStrike" dirty="0">
                          <a:effectLst/>
                        </a:rPr>
                        <a:t>Title</a:t>
                      </a:r>
                      <a:endParaRPr lang="en-US" sz="1100" b="1"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u="none" strike="noStrike">
                          <a:effectLst/>
                        </a:rPr>
                        <a:t>SOH telemetry</a:t>
                      </a:r>
                      <a:endParaRPr lang="en-US" sz="1100" b="1" i="0" u="none" strike="noStrike">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3838828"/>
                  </a:ext>
                </a:extLst>
              </a:tr>
              <a:tr h="190640">
                <a:tc>
                  <a:txBody>
                    <a:bodyPr/>
                    <a:lstStyle/>
                    <a:p>
                      <a:pPr algn="l" fontAlgn="ctr"/>
                      <a:r>
                        <a:rPr lang="en-US" sz="1100" u="none" strike="noStrike" dirty="0">
                          <a:effectLst/>
                        </a:rPr>
                        <a:t>Ref</a:t>
                      </a:r>
                      <a:endParaRPr lang="en-US" sz="1100" b="1"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u="none" strike="noStrike">
                          <a:effectLst/>
                        </a:rPr>
                        <a:t>DTN-010</a:t>
                      </a:r>
                      <a:endParaRPr lang="en-US" sz="1100" b="0" i="0" u="none" strike="noStrike">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4997415"/>
                  </a:ext>
                </a:extLst>
              </a:tr>
              <a:tr h="190640">
                <a:tc>
                  <a:txBody>
                    <a:bodyPr/>
                    <a:lstStyle/>
                    <a:p>
                      <a:pPr algn="l" fontAlgn="ctr"/>
                      <a:r>
                        <a:rPr lang="en-US" sz="1100" u="none" strike="noStrike" dirty="0">
                          <a:effectLst/>
                        </a:rPr>
                        <a:t>APS</a:t>
                      </a:r>
                      <a:endParaRPr lang="en-US" sz="1100" b="1"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altLang="ko-KR" sz="1100" u="none" strike="noStrike" dirty="0" smtClean="0">
                          <a:effectLst/>
                        </a:rPr>
                        <a:t>TBD</a:t>
                      </a:r>
                      <a:r>
                        <a:rPr lang="ko-KR" altLang="en-US" sz="1100" u="none" strike="noStrike" dirty="0">
                          <a:effectLst/>
                        </a:rPr>
                        <a:t>　</a:t>
                      </a:r>
                      <a:endParaRPr lang="ko-KR" altLang="en-US" sz="1100" b="0"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7078325"/>
                  </a:ext>
                </a:extLst>
              </a:tr>
              <a:tr h="190640">
                <a:tc>
                  <a:txBody>
                    <a:bodyPr/>
                    <a:lstStyle/>
                    <a:p>
                      <a:pPr algn="l" fontAlgn="ctr"/>
                      <a:r>
                        <a:rPr lang="en-US" sz="1100" u="none" strike="noStrike" dirty="0">
                          <a:effectLst/>
                        </a:rPr>
                        <a:t>Purpose</a:t>
                      </a:r>
                      <a:endParaRPr lang="en-US" sz="1100" b="1"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u="none" strike="noStrike">
                          <a:effectLst/>
                        </a:rPr>
                        <a:t>Check DTNPL SOH telemetry</a:t>
                      </a:r>
                      <a:endParaRPr lang="en-US" sz="1100" b="0" i="0" u="none" strike="noStrike">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9556302"/>
                  </a:ext>
                </a:extLst>
              </a:tr>
              <a:tr h="190640">
                <a:tc>
                  <a:txBody>
                    <a:bodyPr/>
                    <a:lstStyle/>
                    <a:p>
                      <a:pPr algn="l" fontAlgn="ctr"/>
                      <a:r>
                        <a:rPr lang="en-US" sz="1100" u="none" strike="noStrike" dirty="0">
                          <a:effectLst/>
                        </a:rPr>
                        <a:t>Criteria of success</a:t>
                      </a:r>
                      <a:endParaRPr lang="en-US" sz="1100" b="1"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u="none" strike="noStrike">
                          <a:effectLst/>
                        </a:rPr>
                        <a:t>DTNPL SOH telemetry to be reported well.</a:t>
                      </a:r>
                      <a:endParaRPr lang="en-US" sz="1100" b="0" i="0" u="none" strike="noStrike">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6960694"/>
                  </a:ext>
                </a:extLst>
              </a:tr>
              <a:tr h="551422">
                <a:tc>
                  <a:txBody>
                    <a:bodyPr/>
                    <a:lstStyle/>
                    <a:p>
                      <a:pPr algn="l" fontAlgn="ctr"/>
                      <a:r>
                        <a:rPr lang="en-US" sz="1100" u="none" strike="noStrike" dirty="0">
                          <a:effectLst/>
                        </a:rPr>
                        <a:t>Test method/facility</a:t>
                      </a:r>
                      <a:endParaRPr lang="en-US" sz="1100" b="1"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u="none" strike="noStrike" dirty="0">
                          <a:effectLst/>
                        </a:rPr>
                        <a:t> - ITOS send TM request command to the DTNPL</a:t>
                      </a:r>
                      <a:br>
                        <a:rPr lang="en-US" sz="1100" u="none" strike="noStrike" dirty="0">
                          <a:effectLst/>
                        </a:rPr>
                      </a:br>
                      <a:r>
                        <a:rPr lang="en-US" sz="1100" u="none" strike="noStrike" dirty="0">
                          <a:effectLst/>
                        </a:rPr>
                        <a:t> - ITOS check SOH telemetry from DTNPL</a:t>
                      </a:r>
                      <a:br>
                        <a:rPr lang="en-US" sz="1100" u="none" strike="noStrike" dirty="0">
                          <a:effectLst/>
                        </a:rPr>
                      </a:br>
                      <a:r>
                        <a:rPr lang="en-US" sz="1100" u="none" strike="noStrike" dirty="0">
                          <a:effectLst/>
                        </a:rPr>
                        <a:t> - DCC check SOH telemetry from the ITOS</a:t>
                      </a:r>
                      <a:endParaRPr lang="en-US" sz="1100" b="0"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4676664"/>
                  </a:ext>
                </a:extLst>
              </a:tr>
              <a:tr h="201740">
                <a:tc>
                  <a:txBody>
                    <a:bodyPr/>
                    <a:lstStyle/>
                    <a:p>
                      <a:pPr algn="l" fontAlgn="ctr"/>
                      <a:r>
                        <a:rPr lang="en-US" sz="1100" u="none" strike="noStrike" dirty="0">
                          <a:effectLst/>
                        </a:rPr>
                        <a:t>Configuration/ Periods to be tested</a:t>
                      </a:r>
                      <a:endParaRPr lang="en-US" sz="1100" b="1"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u="none" strike="noStrike" dirty="0">
                          <a:effectLst/>
                        </a:rPr>
                        <a:t>Refer to </a:t>
                      </a:r>
                      <a:r>
                        <a:rPr lang="en-US" sz="1100" u="none" strike="noStrike" dirty="0" smtClean="0">
                          <a:effectLst/>
                        </a:rPr>
                        <a:t>Figure in page 6-7</a:t>
                      </a:r>
                      <a:endParaRPr lang="en-US" sz="1100" b="0"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3046215"/>
                  </a:ext>
                </a:extLst>
              </a:tr>
              <a:tr h="190640">
                <a:tc>
                  <a:txBody>
                    <a:bodyPr/>
                    <a:lstStyle/>
                    <a:p>
                      <a:pPr algn="l" fontAlgn="ctr"/>
                      <a:r>
                        <a:rPr lang="en-US" sz="1100" u="none" strike="noStrike" dirty="0">
                          <a:effectLst/>
                        </a:rPr>
                        <a:t>Test Procedures</a:t>
                      </a:r>
                      <a:endParaRPr lang="en-US" sz="1100" b="1"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u="none" strike="noStrike">
                          <a:effectLst/>
                        </a:rPr>
                        <a:t>KPLO-D0-550-450</a:t>
                      </a:r>
                      <a:endParaRPr lang="en-US" sz="1100" b="0" i="0" u="none" strike="noStrike">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9811579"/>
                  </a:ext>
                </a:extLst>
              </a:tr>
              <a:tr h="190640">
                <a:tc>
                  <a:txBody>
                    <a:bodyPr/>
                    <a:lstStyle/>
                    <a:p>
                      <a:pPr algn="l" fontAlgn="ctr"/>
                      <a:r>
                        <a:rPr lang="en-US" sz="1100" u="none" strike="noStrike" dirty="0">
                          <a:effectLst/>
                        </a:rPr>
                        <a:t>Test constraints</a:t>
                      </a:r>
                      <a:endParaRPr lang="en-US" sz="1100" b="1"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u="none" strike="noStrike">
                          <a:effectLst/>
                        </a:rPr>
                        <a:t>None</a:t>
                      </a:r>
                      <a:endParaRPr lang="en-US" sz="1100" b="0" i="0" u="none" strike="noStrike">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2972354"/>
                  </a:ext>
                </a:extLst>
              </a:tr>
              <a:tr h="190640">
                <a:tc>
                  <a:txBody>
                    <a:bodyPr/>
                    <a:lstStyle/>
                    <a:p>
                      <a:pPr algn="l" fontAlgn="ctr"/>
                      <a:r>
                        <a:rPr lang="en-US" sz="1100" u="none" strike="noStrike" dirty="0">
                          <a:effectLst/>
                        </a:rPr>
                        <a:t>Result report</a:t>
                      </a:r>
                      <a:endParaRPr lang="en-US" sz="1100" b="1"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u="none" strike="noStrike" dirty="0">
                          <a:effectLst/>
                        </a:rPr>
                        <a:t>As-run procedure</a:t>
                      </a:r>
                      <a:endParaRPr lang="en-US" sz="1100" b="0"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4596543"/>
                  </a:ext>
                </a:extLst>
              </a:tr>
            </a:tbl>
          </a:graphicData>
        </a:graphic>
      </p:graphicFrame>
      <p:sp>
        <p:nvSpPr>
          <p:cNvPr id="4" name="슬라이드 번호 개체 틀 3">
            <a:extLst>
              <a:ext uri="{FF2B5EF4-FFF2-40B4-BE49-F238E27FC236}">
                <a16:creationId xmlns:a16="http://schemas.microsoft.com/office/drawing/2014/main" id="{16FDD8BF-E5D4-4D43-B05B-6CF9FD97CA09}"/>
              </a:ext>
            </a:extLst>
          </p:cNvPr>
          <p:cNvSpPr>
            <a:spLocks noGrp="1"/>
          </p:cNvSpPr>
          <p:nvPr>
            <p:ph type="sldNum" sz="quarter" idx="4"/>
          </p:nvPr>
        </p:nvSpPr>
        <p:spPr/>
        <p:txBody>
          <a:bodyPr/>
          <a:lstStyle/>
          <a:p>
            <a:fld id="{5FF3941A-8195-4E1C-AD48-53675AE8B136}" type="slidenum">
              <a:rPr lang="en-US" altLang="ko-KR" smtClean="0"/>
              <a:pPr/>
              <a:t>14</a:t>
            </a:fld>
            <a:endParaRPr lang="en-US" altLang="ko-KR" dirty="0"/>
          </a:p>
        </p:txBody>
      </p:sp>
      <p:graphicFrame>
        <p:nvGraphicFramePr>
          <p:cNvPr id="8" name="표 7"/>
          <p:cNvGraphicFramePr>
            <a:graphicFrameLocks noGrp="1"/>
          </p:cNvGraphicFramePr>
          <p:nvPr>
            <p:extLst>
              <p:ext uri="{D42A27DB-BD31-4B8C-83A1-F6EECF244321}">
                <p14:modId xmlns:p14="http://schemas.microsoft.com/office/powerpoint/2010/main" val="1551723840"/>
              </p:ext>
            </p:extLst>
          </p:nvPr>
        </p:nvGraphicFramePr>
        <p:xfrm>
          <a:off x="636485" y="3933056"/>
          <a:ext cx="7454900" cy="2259330"/>
        </p:xfrm>
        <a:graphic>
          <a:graphicData uri="http://schemas.openxmlformats.org/drawingml/2006/table">
            <a:tbl>
              <a:tblPr>
                <a:tableStyleId>{5C22544A-7EE6-4342-B048-85BDC9FD1C3A}</a:tableStyleId>
              </a:tblPr>
              <a:tblGrid>
                <a:gridCol w="2567363">
                  <a:extLst>
                    <a:ext uri="{9D8B030D-6E8A-4147-A177-3AD203B41FA5}">
                      <a16:colId xmlns:a16="http://schemas.microsoft.com/office/drawing/2014/main" val="3816798613"/>
                    </a:ext>
                  </a:extLst>
                </a:gridCol>
                <a:gridCol w="4887537">
                  <a:extLst>
                    <a:ext uri="{9D8B030D-6E8A-4147-A177-3AD203B41FA5}">
                      <a16:colId xmlns:a16="http://schemas.microsoft.com/office/drawing/2014/main" val="1880792560"/>
                    </a:ext>
                  </a:extLst>
                </a:gridCol>
              </a:tblGrid>
              <a:tr h="190500">
                <a:tc>
                  <a:txBody>
                    <a:bodyPr/>
                    <a:lstStyle/>
                    <a:p>
                      <a:pPr algn="l" fontAlgn="ctr"/>
                      <a:r>
                        <a:rPr lang="en-US" sz="1100" u="none" strike="noStrike" dirty="0">
                          <a:effectLst/>
                        </a:rPr>
                        <a:t>Title</a:t>
                      </a:r>
                      <a:endParaRPr lang="en-US" sz="1100" b="1"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u="none" strike="noStrike" dirty="0">
                          <a:effectLst/>
                        </a:rPr>
                        <a:t>Bi-level </a:t>
                      </a:r>
                      <a:r>
                        <a:rPr lang="en-US" sz="1100" u="none" strike="noStrike" dirty="0" smtClean="0">
                          <a:effectLst/>
                        </a:rPr>
                        <a:t>telemetry</a:t>
                      </a:r>
                      <a:endParaRPr lang="en-US" sz="1100" b="1"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0864582"/>
                  </a:ext>
                </a:extLst>
              </a:tr>
              <a:tr h="190500">
                <a:tc>
                  <a:txBody>
                    <a:bodyPr/>
                    <a:lstStyle/>
                    <a:p>
                      <a:pPr algn="l" fontAlgn="ctr"/>
                      <a:r>
                        <a:rPr lang="en-US" sz="1100" u="none" strike="noStrike" dirty="0">
                          <a:effectLst/>
                        </a:rPr>
                        <a:t>Ref</a:t>
                      </a:r>
                      <a:endParaRPr lang="en-US" sz="1100" b="1"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u="none" strike="noStrike" dirty="0">
                          <a:effectLst/>
                        </a:rPr>
                        <a:t>DTN-020</a:t>
                      </a:r>
                      <a:endParaRPr lang="en-US" sz="1100" b="0"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7904140"/>
                  </a:ext>
                </a:extLst>
              </a:tr>
              <a:tr h="190500">
                <a:tc>
                  <a:txBody>
                    <a:bodyPr/>
                    <a:lstStyle/>
                    <a:p>
                      <a:pPr algn="l" fontAlgn="ctr"/>
                      <a:r>
                        <a:rPr lang="en-US" sz="1100" u="none" strike="noStrike" dirty="0">
                          <a:effectLst/>
                        </a:rPr>
                        <a:t>APS</a:t>
                      </a:r>
                      <a:endParaRPr lang="en-US" sz="1100" b="1"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altLang="ko-KR" sz="1100" u="none" strike="noStrike" dirty="0" smtClean="0">
                          <a:effectLst/>
                        </a:rPr>
                        <a:t>TBD</a:t>
                      </a:r>
                      <a:r>
                        <a:rPr lang="ko-KR" altLang="en-US" sz="1100" u="none" strike="noStrike" dirty="0">
                          <a:effectLst/>
                        </a:rPr>
                        <a:t>　</a:t>
                      </a:r>
                      <a:endParaRPr lang="ko-KR" altLang="en-US" sz="1100" b="0"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7227424"/>
                  </a:ext>
                </a:extLst>
              </a:tr>
              <a:tr h="190500">
                <a:tc>
                  <a:txBody>
                    <a:bodyPr/>
                    <a:lstStyle/>
                    <a:p>
                      <a:pPr algn="l" fontAlgn="ctr"/>
                      <a:r>
                        <a:rPr lang="en-US" sz="1100" u="none" strike="noStrike" dirty="0">
                          <a:effectLst/>
                        </a:rPr>
                        <a:t>Purpose</a:t>
                      </a:r>
                      <a:endParaRPr lang="en-US" sz="1100" b="1"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u="none" strike="noStrike" dirty="0">
                          <a:effectLst/>
                        </a:rPr>
                        <a:t>Check DTNPL bi-level telemetry is working</a:t>
                      </a:r>
                      <a:endParaRPr lang="en-US" sz="1100" b="0"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3913405"/>
                  </a:ext>
                </a:extLst>
              </a:tr>
              <a:tr h="190500">
                <a:tc>
                  <a:txBody>
                    <a:bodyPr/>
                    <a:lstStyle/>
                    <a:p>
                      <a:pPr algn="l" fontAlgn="ctr"/>
                      <a:r>
                        <a:rPr lang="en-US" sz="1100" u="none" strike="noStrike" dirty="0">
                          <a:effectLst/>
                        </a:rPr>
                        <a:t>Criteria of success</a:t>
                      </a:r>
                      <a:endParaRPr lang="en-US" sz="1100" b="1"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u="none" strike="noStrike" dirty="0">
                          <a:effectLst/>
                        </a:rPr>
                        <a:t>DTNPL shall output 0.25Hz heart beat signal (</a:t>
                      </a:r>
                      <a:r>
                        <a:rPr lang="en-US" sz="1100" u="none" strike="noStrike" dirty="0" err="1" smtClean="0">
                          <a:effectLst/>
                        </a:rPr>
                        <a:t>rectanglar</a:t>
                      </a:r>
                      <a:r>
                        <a:rPr lang="en-US" sz="1100" u="none" strike="noStrike" dirty="0" smtClean="0">
                          <a:effectLst/>
                        </a:rPr>
                        <a:t> </a:t>
                      </a:r>
                      <a:r>
                        <a:rPr lang="en-US" sz="1100" u="none" strike="noStrike" dirty="0">
                          <a:effectLst/>
                        </a:rPr>
                        <a:t>wave) during nominal condition.</a:t>
                      </a:r>
                      <a:endParaRPr lang="en-US" sz="1100" b="0"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8513856"/>
                  </a:ext>
                </a:extLst>
              </a:tr>
              <a:tr h="190500">
                <a:tc>
                  <a:txBody>
                    <a:bodyPr/>
                    <a:lstStyle/>
                    <a:p>
                      <a:pPr algn="l" fontAlgn="ctr"/>
                      <a:r>
                        <a:rPr lang="en-US" sz="1100" u="none" strike="noStrike" dirty="0">
                          <a:effectLst/>
                        </a:rPr>
                        <a:t>Test method/facility</a:t>
                      </a:r>
                      <a:endParaRPr lang="en-US" sz="1100" b="1"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u="none" strike="noStrike" dirty="0">
                          <a:effectLst/>
                        </a:rPr>
                        <a:t>SBMU monitor DTNPL heart beat signal (bi-level TM)</a:t>
                      </a:r>
                      <a:endParaRPr lang="en-US" sz="1100" b="0"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1989839"/>
                  </a:ext>
                </a:extLst>
              </a:tr>
              <a:tr h="381000">
                <a:tc>
                  <a:txBody>
                    <a:bodyPr/>
                    <a:lstStyle/>
                    <a:p>
                      <a:pPr algn="l" fontAlgn="ctr"/>
                      <a:r>
                        <a:rPr lang="en-US" sz="1100" u="none" strike="noStrike" dirty="0">
                          <a:effectLst/>
                        </a:rPr>
                        <a:t>Configuration/ Periods to be tested</a:t>
                      </a:r>
                      <a:endParaRPr lang="en-US" sz="1100" b="1"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altLang="ko-KR" sz="1100" u="none" strike="noStrike" dirty="0" smtClean="0">
                          <a:effectLst/>
                        </a:rPr>
                        <a:t>Refer to Figure in page 6-7</a:t>
                      </a:r>
                      <a:endParaRPr lang="en-US" altLang="ko-KR" sz="1100" b="0"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1053852"/>
                  </a:ext>
                </a:extLst>
              </a:tr>
              <a:tr h="190500">
                <a:tc>
                  <a:txBody>
                    <a:bodyPr/>
                    <a:lstStyle/>
                    <a:p>
                      <a:pPr algn="l" fontAlgn="ctr"/>
                      <a:r>
                        <a:rPr lang="en-US" sz="1100" u="none" strike="noStrike" dirty="0">
                          <a:effectLst/>
                        </a:rPr>
                        <a:t>Test Procedures</a:t>
                      </a:r>
                      <a:endParaRPr lang="en-US" sz="1100" b="1"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u="none" strike="noStrike" dirty="0">
                          <a:effectLst/>
                        </a:rPr>
                        <a:t>KPLO-D0-550-450</a:t>
                      </a:r>
                      <a:endParaRPr lang="en-US" sz="1100" b="0"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2375104"/>
                  </a:ext>
                </a:extLst>
              </a:tr>
              <a:tr h="190500">
                <a:tc>
                  <a:txBody>
                    <a:bodyPr/>
                    <a:lstStyle/>
                    <a:p>
                      <a:pPr algn="l" fontAlgn="ctr"/>
                      <a:r>
                        <a:rPr lang="en-US" sz="1100" u="none" strike="noStrike" dirty="0">
                          <a:effectLst/>
                        </a:rPr>
                        <a:t>Test constraints</a:t>
                      </a:r>
                      <a:endParaRPr lang="en-US" sz="1100" b="1"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u="none" strike="noStrike" dirty="0">
                          <a:effectLst/>
                        </a:rPr>
                        <a:t>None</a:t>
                      </a:r>
                      <a:endParaRPr lang="en-US" sz="1100" b="0"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54073031"/>
                  </a:ext>
                </a:extLst>
              </a:tr>
              <a:tr h="200025">
                <a:tc>
                  <a:txBody>
                    <a:bodyPr/>
                    <a:lstStyle/>
                    <a:p>
                      <a:pPr algn="l" fontAlgn="ctr"/>
                      <a:r>
                        <a:rPr lang="en-US" sz="1100" u="none" strike="noStrike" dirty="0">
                          <a:effectLst/>
                        </a:rPr>
                        <a:t>Result report</a:t>
                      </a:r>
                      <a:endParaRPr lang="en-US" sz="1100" b="1"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u="none" strike="noStrike" dirty="0">
                          <a:effectLst/>
                        </a:rPr>
                        <a:t>As-run procedure</a:t>
                      </a:r>
                      <a:endParaRPr lang="en-US" sz="1100" b="0"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5560313"/>
                  </a:ext>
                </a:extLst>
              </a:tr>
            </a:tbl>
          </a:graphicData>
        </a:graphic>
      </p:graphicFrame>
    </p:spTree>
    <p:extLst>
      <p:ext uri="{BB962C8B-B14F-4D97-AF65-F5344CB8AC3E}">
        <p14:creationId xmlns:p14="http://schemas.microsoft.com/office/powerpoint/2010/main" val="5893835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CE649E4-F485-497C-BDB2-5AAFE8DE9399}"/>
              </a:ext>
            </a:extLst>
          </p:cNvPr>
          <p:cNvSpPr>
            <a:spLocks noGrp="1"/>
          </p:cNvSpPr>
          <p:nvPr>
            <p:ph type="title"/>
          </p:nvPr>
        </p:nvSpPr>
        <p:spPr/>
        <p:txBody>
          <a:bodyPr/>
          <a:lstStyle/>
          <a:p>
            <a:r>
              <a:rPr lang="en-US" altLang="ko-KR" dirty="0" smtClean="0"/>
              <a:t>10. </a:t>
            </a:r>
            <a:r>
              <a:rPr lang="en-US" altLang="ko-KR" dirty="0"/>
              <a:t>Test ID &amp; </a:t>
            </a:r>
            <a:r>
              <a:rPr lang="en-US" altLang="ko-KR" dirty="0" smtClean="0"/>
              <a:t>Method (</a:t>
            </a:r>
            <a:r>
              <a:rPr lang="en-US" altLang="ko-KR" dirty="0"/>
              <a:t>2/5)</a:t>
            </a:r>
            <a:endParaRPr lang="ko-KR" altLang="en-US" dirty="0"/>
          </a:p>
        </p:txBody>
      </p:sp>
      <p:graphicFrame>
        <p:nvGraphicFramePr>
          <p:cNvPr id="5" name="내용 개체 틀 4"/>
          <p:cNvGraphicFramePr>
            <a:graphicFrameLocks noGrp="1"/>
          </p:cNvGraphicFramePr>
          <p:nvPr>
            <p:ph idx="1"/>
            <p:extLst/>
          </p:nvPr>
        </p:nvGraphicFramePr>
        <p:xfrm>
          <a:off x="627104" y="1078707"/>
          <a:ext cx="7454900" cy="2278282"/>
        </p:xfrm>
        <a:graphic>
          <a:graphicData uri="http://schemas.openxmlformats.org/drawingml/2006/table">
            <a:tbl>
              <a:tblPr>
                <a:tableStyleId>{5C22544A-7EE6-4342-B048-85BDC9FD1C3A}</a:tableStyleId>
              </a:tblPr>
              <a:tblGrid>
                <a:gridCol w="2576744">
                  <a:extLst>
                    <a:ext uri="{9D8B030D-6E8A-4147-A177-3AD203B41FA5}">
                      <a16:colId xmlns:a16="http://schemas.microsoft.com/office/drawing/2014/main" val="1584909590"/>
                    </a:ext>
                  </a:extLst>
                </a:gridCol>
                <a:gridCol w="4878156">
                  <a:extLst>
                    <a:ext uri="{9D8B030D-6E8A-4147-A177-3AD203B41FA5}">
                      <a16:colId xmlns:a16="http://schemas.microsoft.com/office/drawing/2014/main" val="4250686233"/>
                    </a:ext>
                  </a:extLst>
                </a:gridCol>
              </a:tblGrid>
              <a:tr h="190640">
                <a:tc>
                  <a:txBody>
                    <a:bodyPr/>
                    <a:lstStyle/>
                    <a:p>
                      <a:pPr algn="l" fontAlgn="ctr"/>
                      <a:r>
                        <a:rPr lang="en-US" sz="1100" b="0" i="0" u="none" strike="noStrike" dirty="0">
                          <a:effectLst/>
                          <a:latin typeface="Arial" panose="020B0604020202020204" pitchFamily="34" charset="0"/>
                          <a:ea typeface="돋움" panose="020B0600000101010101" pitchFamily="50" charset="-127"/>
                        </a:rPr>
                        <a:t>Title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dirty="0">
                          <a:effectLst/>
                          <a:latin typeface="Arial" panose="020B0604020202020204" pitchFamily="34" charset="0"/>
                          <a:ea typeface="돋움" panose="020B0600000101010101" pitchFamily="50" charset="-127"/>
                        </a:rPr>
                        <a:t>Reset command</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3838828"/>
                  </a:ext>
                </a:extLst>
              </a:tr>
              <a:tr h="190640">
                <a:tc>
                  <a:txBody>
                    <a:bodyPr/>
                    <a:lstStyle/>
                    <a:p>
                      <a:pPr algn="l" fontAlgn="ctr"/>
                      <a:r>
                        <a:rPr lang="en-US" sz="1100" b="0" i="0" u="none" strike="noStrike" dirty="0">
                          <a:effectLst/>
                          <a:latin typeface="Arial" panose="020B0604020202020204" pitchFamily="34" charset="0"/>
                          <a:ea typeface="돋움" panose="020B0600000101010101" pitchFamily="50" charset="-127"/>
                        </a:rPr>
                        <a:t>Ref</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DTN-030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4997415"/>
                  </a:ext>
                </a:extLst>
              </a:tr>
              <a:tr h="190640">
                <a:tc>
                  <a:txBody>
                    <a:bodyPr/>
                    <a:lstStyle/>
                    <a:p>
                      <a:pPr algn="l" fontAlgn="ctr"/>
                      <a:r>
                        <a:rPr lang="en-US" sz="1100" b="0" i="0" u="none" strike="noStrike" dirty="0">
                          <a:effectLst/>
                          <a:latin typeface="Arial" panose="020B0604020202020204" pitchFamily="34" charset="0"/>
                          <a:ea typeface="돋움" panose="020B0600000101010101" pitchFamily="50" charset="-127"/>
                        </a:rPr>
                        <a:t>APS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ko-KR" altLang="en-US" sz="1100" b="0" i="0" u="none" strike="noStrike">
                          <a:effectLst/>
                          <a:latin typeface="Arial" panose="020B0604020202020204" pitchFamily="34" charset="0"/>
                          <a:ea typeface="돋움" panose="020B0600000101010101" pitchFamily="50" charset="-127"/>
                        </a:rPr>
                        <a:t>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7078325"/>
                  </a:ext>
                </a:extLst>
              </a:tr>
              <a:tr h="190640">
                <a:tc>
                  <a:txBody>
                    <a:bodyPr/>
                    <a:lstStyle/>
                    <a:p>
                      <a:pPr algn="l" fontAlgn="ctr"/>
                      <a:r>
                        <a:rPr lang="en-US" sz="1100" b="0" i="0" u="none" strike="noStrike" dirty="0">
                          <a:effectLst/>
                          <a:latin typeface="Arial" panose="020B0604020202020204" pitchFamily="34" charset="0"/>
                          <a:ea typeface="돋움" panose="020B0600000101010101" pitchFamily="50" charset="-127"/>
                        </a:rPr>
                        <a:t>Purpose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Check DTNPL reset function</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9556302"/>
                  </a:ext>
                </a:extLst>
              </a:tr>
              <a:tr h="190640">
                <a:tc>
                  <a:txBody>
                    <a:bodyPr/>
                    <a:lstStyle/>
                    <a:p>
                      <a:pPr algn="l" fontAlgn="ctr"/>
                      <a:r>
                        <a:rPr lang="en-US" sz="1100" b="0" i="0" u="none" strike="noStrike" dirty="0">
                          <a:effectLst/>
                          <a:latin typeface="Arial" panose="020B0604020202020204" pitchFamily="34" charset="0"/>
                          <a:ea typeface="돋움" panose="020B0600000101010101" pitchFamily="50" charset="-127"/>
                        </a:rPr>
                        <a:t>Criteria of success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DTNPL to be re-initialized by the bi-level command</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6960694"/>
                  </a:ext>
                </a:extLst>
              </a:tr>
              <a:tr h="551422">
                <a:tc>
                  <a:txBody>
                    <a:bodyPr/>
                    <a:lstStyle/>
                    <a:p>
                      <a:pPr algn="l" fontAlgn="ctr"/>
                      <a:r>
                        <a:rPr lang="en-US" sz="1100" b="0" i="0" u="none" strike="noStrike" dirty="0">
                          <a:effectLst/>
                          <a:latin typeface="Arial" panose="020B0604020202020204" pitchFamily="34" charset="0"/>
                          <a:ea typeface="돋움" panose="020B0600000101010101" pitchFamily="50" charset="-127"/>
                        </a:rPr>
                        <a:t>Test method/facility</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dirty="0">
                          <a:effectLst/>
                          <a:latin typeface="Arial" panose="020B0604020202020204" pitchFamily="34" charset="0"/>
                          <a:ea typeface="돋움" panose="020B0600000101010101" pitchFamily="50" charset="-127"/>
                        </a:rPr>
                        <a:t> - ITOS Send reset command to DTNPL</a:t>
                      </a:r>
                      <a:br>
                        <a:rPr lang="en-US" sz="1100" b="0" i="0" u="none" strike="noStrike" dirty="0">
                          <a:effectLst/>
                          <a:latin typeface="Arial" panose="020B0604020202020204" pitchFamily="34" charset="0"/>
                          <a:ea typeface="돋움" panose="020B0600000101010101" pitchFamily="50" charset="-127"/>
                        </a:rPr>
                      </a:br>
                      <a:r>
                        <a:rPr lang="en-US" sz="1100" b="0" i="0" u="none" strike="noStrike" dirty="0">
                          <a:effectLst/>
                          <a:latin typeface="Arial" panose="020B0604020202020204" pitchFamily="34" charset="0"/>
                          <a:ea typeface="돋움" panose="020B0600000101010101" pitchFamily="50" charset="-127"/>
                        </a:rPr>
                        <a:t> - Check if DTNPL was initialized</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4676664"/>
                  </a:ext>
                </a:extLst>
              </a:tr>
              <a:tr h="201740">
                <a:tc>
                  <a:txBody>
                    <a:bodyPr/>
                    <a:lstStyle/>
                    <a:p>
                      <a:pPr algn="l" fontAlgn="ctr"/>
                      <a:r>
                        <a:rPr lang="en-US" sz="1100" b="0" i="0" u="none" strike="noStrike" dirty="0">
                          <a:effectLst/>
                          <a:latin typeface="Arial" panose="020B0604020202020204" pitchFamily="34" charset="0"/>
                          <a:ea typeface="돋움" panose="020B0600000101010101" pitchFamily="50" charset="-127"/>
                        </a:rPr>
                        <a:t>Configuration/ Periods to be tested</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altLang="ko-KR" sz="1100" u="none" strike="noStrike" dirty="0" smtClean="0">
                          <a:effectLst/>
                        </a:rPr>
                        <a:t>Refer to Figure in page 6-7</a:t>
                      </a:r>
                      <a:endParaRPr lang="en-US" altLang="ko-KR" sz="1100" b="0"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3046215"/>
                  </a:ext>
                </a:extLst>
              </a:tr>
              <a:tr h="190640">
                <a:tc>
                  <a:txBody>
                    <a:bodyPr/>
                    <a:lstStyle/>
                    <a:p>
                      <a:pPr algn="l" fontAlgn="ctr"/>
                      <a:r>
                        <a:rPr lang="en-US" sz="1100" b="0" i="0" u="none" strike="noStrike" dirty="0">
                          <a:effectLst/>
                          <a:latin typeface="Arial" panose="020B0604020202020204" pitchFamily="34" charset="0"/>
                          <a:ea typeface="돋움" panose="020B0600000101010101" pitchFamily="50" charset="-127"/>
                        </a:rPr>
                        <a:t>Test Procedures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KPLO-D0-550-450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9811579"/>
                  </a:ext>
                </a:extLst>
              </a:tr>
              <a:tr h="190640">
                <a:tc>
                  <a:txBody>
                    <a:bodyPr/>
                    <a:lstStyle/>
                    <a:p>
                      <a:pPr algn="l" fontAlgn="ctr"/>
                      <a:r>
                        <a:rPr lang="en-US" sz="1100" b="0" i="0" u="none" strike="noStrike" dirty="0">
                          <a:effectLst/>
                          <a:latin typeface="Arial" panose="020B0604020202020204" pitchFamily="34" charset="0"/>
                          <a:ea typeface="돋움" panose="020B0600000101010101" pitchFamily="50" charset="-127"/>
                        </a:rPr>
                        <a:t>Test constraints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dirty="0">
                          <a:effectLst/>
                          <a:latin typeface="Arial" panose="020B0604020202020204" pitchFamily="34" charset="0"/>
                          <a:ea typeface="돋움" panose="020B0600000101010101" pitchFamily="50" charset="-127"/>
                        </a:rPr>
                        <a:t>None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2972354"/>
                  </a:ext>
                </a:extLst>
              </a:tr>
              <a:tr h="190640">
                <a:tc>
                  <a:txBody>
                    <a:bodyPr/>
                    <a:lstStyle/>
                    <a:p>
                      <a:pPr algn="l" fontAlgn="ctr"/>
                      <a:r>
                        <a:rPr lang="en-US" sz="1100" b="0" i="0" u="none" strike="noStrike" dirty="0">
                          <a:effectLst/>
                          <a:latin typeface="Arial" panose="020B0604020202020204" pitchFamily="34" charset="0"/>
                          <a:ea typeface="돋움" panose="020B0600000101010101" pitchFamily="50" charset="-127"/>
                        </a:rPr>
                        <a:t>Result report</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dirty="0">
                          <a:effectLst/>
                          <a:latin typeface="Arial" panose="020B0604020202020204" pitchFamily="34" charset="0"/>
                          <a:ea typeface="돋움" panose="020B0600000101010101" pitchFamily="50" charset="-127"/>
                        </a:rPr>
                        <a:t>As-run procedure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4596543"/>
                  </a:ext>
                </a:extLst>
              </a:tr>
            </a:tbl>
          </a:graphicData>
        </a:graphic>
      </p:graphicFrame>
      <p:sp>
        <p:nvSpPr>
          <p:cNvPr id="4" name="슬라이드 번호 개체 틀 3">
            <a:extLst>
              <a:ext uri="{FF2B5EF4-FFF2-40B4-BE49-F238E27FC236}">
                <a16:creationId xmlns:a16="http://schemas.microsoft.com/office/drawing/2014/main" id="{16FDD8BF-E5D4-4D43-B05B-6CF9FD97CA09}"/>
              </a:ext>
            </a:extLst>
          </p:cNvPr>
          <p:cNvSpPr>
            <a:spLocks noGrp="1"/>
          </p:cNvSpPr>
          <p:nvPr>
            <p:ph type="sldNum" sz="quarter" idx="4"/>
          </p:nvPr>
        </p:nvSpPr>
        <p:spPr/>
        <p:txBody>
          <a:bodyPr/>
          <a:lstStyle/>
          <a:p>
            <a:fld id="{5FF3941A-8195-4E1C-AD48-53675AE8B136}" type="slidenum">
              <a:rPr lang="en-US" altLang="ko-KR" smtClean="0"/>
              <a:pPr/>
              <a:t>15</a:t>
            </a:fld>
            <a:endParaRPr lang="en-US" altLang="ko-KR" dirty="0"/>
          </a:p>
        </p:txBody>
      </p:sp>
      <p:graphicFrame>
        <p:nvGraphicFramePr>
          <p:cNvPr id="8" name="표 7"/>
          <p:cNvGraphicFramePr>
            <a:graphicFrameLocks noGrp="1"/>
          </p:cNvGraphicFramePr>
          <p:nvPr>
            <p:extLst/>
          </p:nvPr>
        </p:nvGraphicFramePr>
        <p:xfrm>
          <a:off x="636485" y="3933056"/>
          <a:ext cx="7454900" cy="2259330"/>
        </p:xfrm>
        <a:graphic>
          <a:graphicData uri="http://schemas.openxmlformats.org/drawingml/2006/table">
            <a:tbl>
              <a:tblPr>
                <a:tableStyleId>{5C22544A-7EE6-4342-B048-85BDC9FD1C3A}</a:tableStyleId>
              </a:tblPr>
              <a:tblGrid>
                <a:gridCol w="2567363">
                  <a:extLst>
                    <a:ext uri="{9D8B030D-6E8A-4147-A177-3AD203B41FA5}">
                      <a16:colId xmlns:a16="http://schemas.microsoft.com/office/drawing/2014/main" val="3816798613"/>
                    </a:ext>
                  </a:extLst>
                </a:gridCol>
                <a:gridCol w="4887537">
                  <a:extLst>
                    <a:ext uri="{9D8B030D-6E8A-4147-A177-3AD203B41FA5}">
                      <a16:colId xmlns:a16="http://schemas.microsoft.com/office/drawing/2014/main" val="1880792560"/>
                    </a:ext>
                  </a:extLst>
                </a:gridCol>
              </a:tblGrid>
              <a:tr h="190500">
                <a:tc>
                  <a:txBody>
                    <a:bodyPr/>
                    <a:lstStyle/>
                    <a:p>
                      <a:pPr algn="l" fontAlgn="ctr"/>
                      <a:r>
                        <a:rPr lang="en-US" sz="1100" b="0" i="0" u="none" strike="noStrike" dirty="0">
                          <a:effectLst/>
                          <a:latin typeface="Arial" panose="020B0604020202020204" pitchFamily="34" charset="0"/>
                          <a:ea typeface="돋움" panose="020B0600000101010101" pitchFamily="50" charset="-127"/>
                        </a:rPr>
                        <a:t>Title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dirty="0">
                          <a:effectLst/>
                          <a:latin typeface="Arial" panose="020B0604020202020204" pitchFamily="34" charset="0"/>
                          <a:ea typeface="돋움" panose="020B0600000101010101" pitchFamily="50" charset="-127"/>
                        </a:rPr>
                        <a:t>Time setting</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0864582"/>
                  </a:ext>
                </a:extLst>
              </a:tr>
              <a:tr h="190500">
                <a:tc>
                  <a:txBody>
                    <a:bodyPr/>
                    <a:lstStyle/>
                    <a:p>
                      <a:pPr algn="l" fontAlgn="ctr"/>
                      <a:r>
                        <a:rPr lang="en-US" sz="1100" b="0" i="0" u="none" strike="noStrike" dirty="0">
                          <a:effectLst/>
                          <a:latin typeface="Arial" panose="020B0604020202020204" pitchFamily="34" charset="0"/>
                          <a:ea typeface="돋움" panose="020B0600000101010101" pitchFamily="50" charset="-127"/>
                        </a:rPr>
                        <a:t>Ref</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DTN-040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7904140"/>
                  </a:ext>
                </a:extLst>
              </a:tr>
              <a:tr h="190500">
                <a:tc>
                  <a:txBody>
                    <a:bodyPr/>
                    <a:lstStyle/>
                    <a:p>
                      <a:pPr algn="l" fontAlgn="ctr"/>
                      <a:r>
                        <a:rPr lang="en-US" sz="1100" b="0" i="0" u="none" strike="noStrike" dirty="0">
                          <a:effectLst/>
                          <a:latin typeface="Arial" panose="020B0604020202020204" pitchFamily="34" charset="0"/>
                          <a:ea typeface="돋움" panose="020B0600000101010101" pitchFamily="50" charset="-127"/>
                        </a:rPr>
                        <a:t>APS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ko-KR" altLang="en-US" sz="1100" b="0" i="0" u="none" strike="noStrike">
                          <a:effectLst/>
                          <a:latin typeface="Arial" panose="020B0604020202020204" pitchFamily="34" charset="0"/>
                          <a:ea typeface="돋움" panose="020B0600000101010101" pitchFamily="50" charset="-127"/>
                        </a:rPr>
                        <a:t>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7227424"/>
                  </a:ext>
                </a:extLst>
              </a:tr>
              <a:tr h="190500">
                <a:tc>
                  <a:txBody>
                    <a:bodyPr/>
                    <a:lstStyle/>
                    <a:p>
                      <a:pPr algn="l" fontAlgn="ctr"/>
                      <a:r>
                        <a:rPr lang="en-US" sz="1100" b="0" i="0" u="none" strike="noStrike" dirty="0">
                          <a:effectLst/>
                          <a:latin typeface="Arial" panose="020B0604020202020204" pitchFamily="34" charset="0"/>
                          <a:ea typeface="돋움" panose="020B0600000101010101" pitchFamily="50" charset="-127"/>
                        </a:rPr>
                        <a:t>Purpose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Check if DTNPL time is setted by the command</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3913405"/>
                  </a:ext>
                </a:extLst>
              </a:tr>
              <a:tr h="190500">
                <a:tc>
                  <a:txBody>
                    <a:bodyPr/>
                    <a:lstStyle/>
                    <a:p>
                      <a:pPr algn="l" fontAlgn="ctr"/>
                      <a:r>
                        <a:rPr lang="en-US" sz="1100" b="0" i="0" u="none" strike="noStrike" dirty="0">
                          <a:effectLst/>
                          <a:latin typeface="Arial" panose="020B0604020202020204" pitchFamily="34" charset="0"/>
                          <a:ea typeface="돋움" panose="020B0600000101010101" pitchFamily="50" charset="-127"/>
                        </a:rPr>
                        <a:t>Criteria of success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dirty="0">
                          <a:effectLst/>
                          <a:latin typeface="Arial" panose="020B0604020202020204" pitchFamily="34" charset="0"/>
                          <a:ea typeface="돋움" panose="020B0600000101010101" pitchFamily="50" charset="-127"/>
                        </a:rPr>
                        <a:t>DTNPL time to be updated by the command</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8513856"/>
                  </a:ext>
                </a:extLst>
              </a:tr>
              <a:tr h="190500">
                <a:tc>
                  <a:txBody>
                    <a:bodyPr/>
                    <a:lstStyle/>
                    <a:p>
                      <a:pPr algn="l" fontAlgn="ctr"/>
                      <a:r>
                        <a:rPr lang="en-US" sz="1100" b="0" i="0" u="none" strike="noStrike" dirty="0">
                          <a:effectLst/>
                          <a:latin typeface="Arial" panose="020B0604020202020204" pitchFamily="34" charset="0"/>
                          <a:ea typeface="돋움" panose="020B0600000101010101" pitchFamily="50" charset="-127"/>
                        </a:rPr>
                        <a:t>Test method/facility</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 - ITOS send time set command to DTNPL</a:t>
                      </a:r>
                      <a:br>
                        <a:rPr lang="en-US" sz="1100" b="0" i="0" u="none" strike="noStrike">
                          <a:effectLst/>
                          <a:latin typeface="Arial" panose="020B0604020202020204" pitchFamily="34" charset="0"/>
                          <a:ea typeface="돋움" panose="020B0600000101010101" pitchFamily="50" charset="-127"/>
                        </a:rPr>
                      </a:br>
                      <a:r>
                        <a:rPr lang="en-US" sz="1100" b="0" i="0" u="none" strike="noStrike">
                          <a:effectLst/>
                          <a:latin typeface="Arial" panose="020B0604020202020204" pitchFamily="34" charset="0"/>
                          <a:ea typeface="돋움" panose="020B0600000101010101" pitchFamily="50" charset="-127"/>
                        </a:rPr>
                        <a:t> - Check DTNPL time is updated by the command</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1989839"/>
                  </a:ext>
                </a:extLst>
              </a:tr>
              <a:tr h="381000">
                <a:tc>
                  <a:txBody>
                    <a:bodyPr/>
                    <a:lstStyle/>
                    <a:p>
                      <a:pPr algn="l" fontAlgn="ctr"/>
                      <a:r>
                        <a:rPr lang="en-US" sz="1100" b="0" i="0" u="none" strike="noStrike" dirty="0">
                          <a:effectLst/>
                          <a:latin typeface="Arial" panose="020B0604020202020204" pitchFamily="34" charset="0"/>
                          <a:ea typeface="돋움" panose="020B0600000101010101" pitchFamily="50" charset="-127"/>
                        </a:rPr>
                        <a:t>Configuration/ Periods to be tested</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altLang="ko-KR" sz="1100" u="none" strike="noStrike" dirty="0" smtClean="0">
                          <a:effectLst/>
                        </a:rPr>
                        <a:t>Refer to Figure in page 6-7</a:t>
                      </a:r>
                      <a:endParaRPr lang="en-US" altLang="ko-KR" sz="1100" b="0"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1053852"/>
                  </a:ext>
                </a:extLst>
              </a:tr>
              <a:tr h="190500">
                <a:tc>
                  <a:txBody>
                    <a:bodyPr/>
                    <a:lstStyle/>
                    <a:p>
                      <a:pPr algn="l" fontAlgn="ctr"/>
                      <a:r>
                        <a:rPr lang="en-US" sz="1100" b="0" i="0" u="none" strike="noStrike" dirty="0">
                          <a:effectLst/>
                          <a:latin typeface="Arial" panose="020B0604020202020204" pitchFamily="34" charset="0"/>
                          <a:ea typeface="돋움" panose="020B0600000101010101" pitchFamily="50" charset="-127"/>
                        </a:rPr>
                        <a:t>Test Procedures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KPLO-D0-550-450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2375104"/>
                  </a:ext>
                </a:extLst>
              </a:tr>
              <a:tr h="190500">
                <a:tc>
                  <a:txBody>
                    <a:bodyPr/>
                    <a:lstStyle/>
                    <a:p>
                      <a:pPr algn="l" fontAlgn="ctr"/>
                      <a:r>
                        <a:rPr lang="en-US" sz="1100" b="0" i="0" u="none" strike="noStrike" dirty="0">
                          <a:effectLst/>
                          <a:latin typeface="Arial" panose="020B0604020202020204" pitchFamily="34" charset="0"/>
                          <a:ea typeface="돋움" panose="020B0600000101010101" pitchFamily="50" charset="-127"/>
                        </a:rPr>
                        <a:t>Test constraints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None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54073031"/>
                  </a:ext>
                </a:extLst>
              </a:tr>
              <a:tr h="200025">
                <a:tc>
                  <a:txBody>
                    <a:bodyPr/>
                    <a:lstStyle/>
                    <a:p>
                      <a:pPr algn="l" fontAlgn="ctr"/>
                      <a:r>
                        <a:rPr lang="en-US" sz="1100" b="0" i="0" u="none" strike="noStrike" dirty="0">
                          <a:effectLst/>
                          <a:latin typeface="Arial" panose="020B0604020202020204" pitchFamily="34" charset="0"/>
                          <a:ea typeface="돋움" panose="020B0600000101010101" pitchFamily="50" charset="-127"/>
                        </a:rPr>
                        <a:t>Result report</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dirty="0">
                          <a:effectLst/>
                          <a:latin typeface="Arial" panose="020B0604020202020204" pitchFamily="34" charset="0"/>
                          <a:ea typeface="돋움" panose="020B0600000101010101" pitchFamily="50" charset="-127"/>
                        </a:rPr>
                        <a:t>As-run procedure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5560313"/>
                  </a:ext>
                </a:extLst>
              </a:tr>
            </a:tbl>
          </a:graphicData>
        </a:graphic>
      </p:graphicFrame>
    </p:spTree>
    <p:extLst>
      <p:ext uri="{BB962C8B-B14F-4D97-AF65-F5344CB8AC3E}">
        <p14:creationId xmlns:p14="http://schemas.microsoft.com/office/powerpoint/2010/main" val="6212251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CE649E4-F485-497C-BDB2-5AAFE8DE9399}"/>
              </a:ext>
            </a:extLst>
          </p:cNvPr>
          <p:cNvSpPr>
            <a:spLocks noGrp="1"/>
          </p:cNvSpPr>
          <p:nvPr>
            <p:ph type="title"/>
          </p:nvPr>
        </p:nvSpPr>
        <p:spPr/>
        <p:txBody>
          <a:bodyPr/>
          <a:lstStyle/>
          <a:p>
            <a:r>
              <a:rPr lang="en-US" altLang="ko-KR" dirty="0" smtClean="0"/>
              <a:t>10. </a:t>
            </a:r>
            <a:r>
              <a:rPr lang="en-US" altLang="ko-KR" dirty="0"/>
              <a:t>Test ID &amp; </a:t>
            </a:r>
            <a:r>
              <a:rPr lang="en-US" altLang="ko-KR" dirty="0" smtClean="0"/>
              <a:t>Method (</a:t>
            </a:r>
            <a:r>
              <a:rPr lang="en-US" altLang="ko-KR" dirty="0"/>
              <a:t>3/5)</a:t>
            </a:r>
            <a:endParaRPr lang="ko-KR" altLang="en-US" dirty="0"/>
          </a:p>
        </p:txBody>
      </p:sp>
      <p:graphicFrame>
        <p:nvGraphicFramePr>
          <p:cNvPr id="5" name="내용 개체 틀 4"/>
          <p:cNvGraphicFramePr>
            <a:graphicFrameLocks noGrp="1"/>
          </p:cNvGraphicFramePr>
          <p:nvPr>
            <p:ph idx="1"/>
            <p:extLst/>
          </p:nvPr>
        </p:nvGraphicFramePr>
        <p:xfrm>
          <a:off x="627104" y="1078707"/>
          <a:ext cx="7454900" cy="2278282"/>
        </p:xfrm>
        <a:graphic>
          <a:graphicData uri="http://schemas.openxmlformats.org/drawingml/2006/table">
            <a:tbl>
              <a:tblPr>
                <a:tableStyleId>{5C22544A-7EE6-4342-B048-85BDC9FD1C3A}</a:tableStyleId>
              </a:tblPr>
              <a:tblGrid>
                <a:gridCol w="2576744">
                  <a:extLst>
                    <a:ext uri="{9D8B030D-6E8A-4147-A177-3AD203B41FA5}">
                      <a16:colId xmlns:a16="http://schemas.microsoft.com/office/drawing/2014/main" val="1584909590"/>
                    </a:ext>
                  </a:extLst>
                </a:gridCol>
                <a:gridCol w="4878156">
                  <a:extLst>
                    <a:ext uri="{9D8B030D-6E8A-4147-A177-3AD203B41FA5}">
                      <a16:colId xmlns:a16="http://schemas.microsoft.com/office/drawing/2014/main" val="4250686233"/>
                    </a:ext>
                  </a:extLst>
                </a:gridCol>
              </a:tblGrid>
              <a:tr h="190640">
                <a:tc>
                  <a:txBody>
                    <a:bodyPr/>
                    <a:lstStyle/>
                    <a:p>
                      <a:pPr algn="l" fontAlgn="ctr"/>
                      <a:r>
                        <a:rPr lang="en-US" sz="1100" b="0" i="0" u="none" strike="noStrike" dirty="0">
                          <a:effectLst/>
                          <a:latin typeface="Arial" panose="020B0604020202020204" pitchFamily="34" charset="0"/>
                          <a:ea typeface="돋움" panose="020B0600000101010101" pitchFamily="50" charset="-127"/>
                        </a:rPr>
                        <a:t>Title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dirty="0">
                          <a:effectLst/>
                          <a:latin typeface="Arial" panose="020B0604020202020204" pitchFamily="34" charset="0"/>
                          <a:ea typeface="돋움" panose="020B0600000101010101" pitchFamily="50" charset="-127"/>
                        </a:rPr>
                        <a:t>BPM single trip</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3838828"/>
                  </a:ext>
                </a:extLst>
              </a:tr>
              <a:tr h="190640">
                <a:tc>
                  <a:txBody>
                    <a:bodyPr/>
                    <a:lstStyle/>
                    <a:p>
                      <a:pPr algn="l" fontAlgn="ctr"/>
                      <a:r>
                        <a:rPr lang="en-US" sz="1100" b="0" i="0" u="none" strike="noStrike" dirty="0">
                          <a:effectLst/>
                          <a:latin typeface="Arial" panose="020B0604020202020204" pitchFamily="34" charset="0"/>
                          <a:ea typeface="돋움" panose="020B0600000101010101" pitchFamily="50" charset="-127"/>
                        </a:rPr>
                        <a:t>Ref</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DTN-050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4997415"/>
                  </a:ext>
                </a:extLst>
              </a:tr>
              <a:tr h="190640">
                <a:tc>
                  <a:txBody>
                    <a:bodyPr/>
                    <a:lstStyle/>
                    <a:p>
                      <a:pPr algn="l" fontAlgn="ctr"/>
                      <a:r>
                        <a:rPr lang="en-US" sz="1100" b="0" i="0" u="none" strike="noStrike" dirty="0">
                          <a:effectLst/>
                          <a:latin typeface="Arial" panose="020B0604020202020204" pitchFamily="34" charset="0"/>
                          <a:ea typeface="돋움" panose="020B0600000101010101" pitchFamily="50" charset="-127"/>
                        </a:rPr>
                        <a:t>APS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ko-KR" altLang="en-US" sz="1100" b="0" i="0" u="none" strike="noStrike">
                          <a:effectLst/>
                          <a:latin typeface="Arial" panose="020B0604020202020204" pitchFamily="34" charset="0"/>
                          <a:ea typeface="돋움" panose="020B0600000101010101" pitchFamily="50" charset="-127"/>
                        </a:rPr>
                        <a:t>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7078325"/>
                  </a:ext>
                </a:extLst>
              </a:tr>
              <a:tr h="190640">
                <a:tc>
                  <a:txBody>
                    <a:bodyPr/>
                    <a:lstStyle/>
                    <a:p>
                      <a:pPr algn="l" fontAlgn="ctr"/>
                      <a:r>
                        <a:rPr lang="en-US" sz="1100" b="0" i="0" u="none" strike="noStrike" dirty="0">
                          <a:effectLst/>
                          <a:latin typeface="Arial" panose="020B0604020202020204" pitchFamily="34" charset="0"/>
                          <a:ea typeface="돋움" panose="020B0600000101010101" pitchFamily="50" charset="-127"/>
                        </a:rPr>
                        <a:t>Purpose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Check if DTNPL relay BP message in single trip path</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9556302"/>
                  </a:ext>
                </a:extLst>
              </a:tr>
              <a:tr h="190640">
                <a:tc>
                  <a:txBody>
                    <a:bodyPr/>
                    <a:lstStyle/>
                    <a:p>
                      <a:pPr algn="l" fontAlgn="ctr"/>
                      <a:r>
                        <a:rPr lang="en-US" sz="1100" b="0" i="0" u="none" strike="noStrike" dirty="0">
                          <a:effectLst/>
                          <a:latin typeface="Arial" panose="020B0604020202020204" pitchFamily="34" charset="0"/>
                          <a:ea typeface="돋움" panose="020B0600000101010101" pitchFamily="50" charset="-127"/>
                        </a:rPr>
                        <a:t>Criteria of success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The BP message to be delivered between DCC and DTNPL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6960694"/>
                  </a:ext>
                </a:extLst>
              </a:tr>
              <a:tr h="551422">
                <a:tc>
                  <a:txBody>
                    <a:bodyPr/>
                    <a:lstStyle/>
                    <a:p>
                      <a:pPr algn="l" fontAlgn="ctr"/>
                      <a:r>
                        <a:rPr lang="en-US" sz="1100" b="0" i="0" u="none" strike="noStrike" dirty="0">
                          <a:effectLst/>
                          <a:latin typeface="Arial" panose="020B0604020202020204" pitchFamily="34" charset="0"/>
                          <a:ea typeface="돋움" panose="020B0600000101010101" pitchFamily="50" charset="-127"/>
                        </a:rPr>
                        <a:t>Test method/facility</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 - Send BP message from DCC to DTNPL</a:t>
                      </a:r>
                      <a:br>
                        <a:rPr lang="en-US" sz="1100" b="0" i="0" u="none" strike="noStrike">
                          <a:effectLst/>
                          <a:latin typeface="Arial" panose="020B0604020202020204" pitchFamily="34" charset="0"/>
                          <a:ea typeface="돋움" panose="020B0600000101010101" pitchFamily="50" charset="-127"/>
                        </a:rPr>
                      </a:br>
                      <a:r>
                        <a:rPr lang="en-US" sz="1100" b="0" i="0" u="none" strike="noStrike">
                          <a:effectLst/>
                          <a:latin typeface="Arial" panose="020B0604020202020204" pitchFamily="34" charset="0"/>
                          <a:ea typeface="돋움" panose="020B0600000101010101" pitchFamily="50" charset="-127"/>
                        </a:rPr>
                        <a:t> - Check BP message was returned to DCC through DTNPL</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4676664"/>
                  </a:ext>
                </a:extLst>
              </a:tr>
              <a:tr h="201740">
                <a:tc>
                  <a:txBody>
                    <a:bodyPr/>
                    <a:lstStyle/>
                    <a:p>
                      <a:pPr algn="l" fontAlgn="ctr"/>
                      <a:r>
                        <a:rPr lang="en-US" sz="1100" b="0" i="0" u="none" strike="noStrike" dirty="0">
                          <a:effectLst/>
                          <a:latin typeface="Arial" panose="020B0604020202020204" pitchFamily="34" charset="0"/>
                          <a:ea typeface="돋움" panose="020B0600000101010101" pitchFamily="50" charset="-127"/>
                        </a:rPr>
                        <a:t>Configuration/ Periods to be tested</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altLang="ko-KR" sz="1100" u="none" strike="noStrike" dirty="0" smtClean="0">
                          <a:effectLst/>
                        </a:rPr>
                        <a:t>Refer to Figure in page 6-7</a:t>
                      </a:r>
                      <a:endParaRPr lang="en-US" altLang="ko-KR" sz="1100" b="0"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3046215"/>
                  </a:ext>
                </a:extLst>
              </a:tr>
              <a:tr h="190640">
                <a:tc>
                  <a:txBody>
                    <a:bodyPr/>
                    <a:lstStyle/>
                    <a:p>
                      <a:pPr algn="l" fontAlgn="ctr"/>
                      <a:r>
                        <a:rPr lang="en-US" sz="1100" b="0" i="0" u="none" strike="noStrike" dirty="0">
                          <a:effectLst/>
                          <a:latin typeface="Arial" panose="020B0604020202020204" pitchFamily="34" charset="0"/>
                          <a:ea typeface="돋움" panose="020B0600000101010101" pitchFamily="50" charset="-127"/>
                        </a:rPr>
                        <a:t>Test Procedures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KPLO-D0-550-450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9811579"/>
                  </a:ext>
                </a:extLst>
              </a:tr>
              <a:tr h="190640">
                <a:tc>
                  <a:txBody>
                    <a:bodyPr/>
                    <a:lstStyle/>
                    <a:p>
                      <a:pPr algn="l" fontAlgn="ctr"/>
                      <a:r>
                        <a:rPr lang="en-US" sz="1100" b="0" i="0" u="none" strike="noStrike" dirty="0">
                          <a:effectLst/>
                          <a:latin typeface="Arial" panose="020B0604020202020204" pitchFamily="34" charset="0"/>
                          <a:ea typeface="돋움" panose="020B0600000101010101" pitchFamily="50" charset="-127"/>
                        </a:rPr>
                        <a:t>Test constraints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None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2972354"/>
                  </a:ext>
                </a:extLst>
              </a:tr>
              <a:tr h="190640">
                <a:tc>
                  <a:txBody>
                    <a:bodyPr/>
                    <a:lstStyle/>
                    <a:p>
                      <a:pPr algn="l" fontAlgn="ctr"/>
                      <a:r>
                        <a:rPr lang="en-US" sz="1100" b="0" i="0" u="none" strike="noStrike" dirty="0">
                          <a:effectLst/>
                          <a:latin typeface="Arial" panose="020B0604020202020204" pitchFamily="34" charset="0"/>
                          <a:ea typeface="돋움" panose="020B0600000101010101" pitchFamily="50" charset="-127"/>
                        </a:rPr>
                        <a:t>Result report</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dirty="0">
                          <a:effectLst/>
                          <a:latin typeface="Arial" panose="020B0604020202020204" pitchFamily="34" charset="0"/>
                          <a:ea typeface="돋움" panose="020B0600000101010101" pitchFamily="50" charset="-127"/>
                        </a:rPr>
                        <a:t>As-run procedure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4596543"/>
                  </a:ext>
                </a:extLst>
              </a:tr>
            </a:tbl>
          </a:graphicData>
        </a:graphic>
      </p:graphicFrame>
      <p:sp>
        <p:nvSpPr>
          <p:cNvPr id="4" name="슬라이드 번호 개체 틀 3">
            <a:extLst>
              <a:ext uri="{FF2B5EF4-FFF2-40B4-BE49-F238E27FC236}">
                <a16:creationId xmlns:a16="http://schemas.microsoft.com/office/drawing/2014/main" id="{16FDD8BF-E5D4-4D43-B05B-6CF9FD97CA09}"/>
              </a:ext>
            </a:extLst>
          </p:cNvPr>
          <p:cNvSpPr>
            <a:spLocks noGrp="1"/>
          </p:cNvSpPr>
          <p:nvPr>
            <p:ph type="sldNum" sz="quarter" idx="4"/>
          </p:nvPr>
        </p:nvSpPr>
        <p:spPr/>
        <p:txBody>
          <a:bodyPr/>
          <a:lstStyle/>
          <a:p>
            <a:fld id="{5FF3941A-8195-4E1C-AD48-53675AE8B136}" type="slidenum">
              <a:rPr lang="en-US" altLang="ko-KR" smtClean="0"/>
              <a:pPr/>
              <a:t>16</a:t>
            </a:fld>
            <a:endParaRPr lang="en-US" altLang="ko-KR" dirty="0"/>
          </a:p>
        </p:txBody>
      </p:sp>
      <p:graphicFrame>
        <p:nvGraphicFramePr>
          <p:cNvPr id="8" name="표 7"/>
          <p:cNvGraphicFramePr>
            <a:graphicFrameLocks noGrp="1"/>
          </p:cNvGraphicFramePr>
          <p:nvPr>
            <p:extLst/>
          </p:nvPr>
        </p:nvGraphicFramePr>
        <p:xfrm>
          <a:off x="627104" y="3717032"/>
          <a:ext cx="7454900" cy="2594610"/>
        </p:xfrm>
        <a:graphic>
          <a:graphicData uri="http://schemas.openxmlformats.org/drawingml/2006/table">
            <a:tbl>
              <a:tblPr>
                <a:tableStyleId>{5C22544A-7EE6-4342-B048-85BDC9FD1C3A}</a:tableStyleId>
              </a:tblPr>
              <a:tblGrid>
                <a:gridCol w="2567363">
                  <a:extLst>
                    <a:ext uri="{9D8B030D-6E8A-4147-A177-3AD203B41FA5}">
                      <a16:colId xmlns:a16="http://schemas.microsoft.com/office/drawing/2014/main" val="3816798613"/>
                    </a:ext>
                  </a:extLst>
                </a:gridCol>
                <a:gridCol w="4887537">
                  <a:extLst>
                    <a:ext uri="{9D8B030D-6E8A-4147-A177-3AD203B41FA5}">
                      <a16:colId xmlns:a16="http://schemas.microsoft.com/office/drawing/2014/main" val="1880792560"/>
                    </a:ext>
                  </a:extLst>
                </a:gridCol>
              </a:tblGrid>
              <a:tr h="190500">
                <a:tc>
                  <a:txBody>
                    <a:bodyPr/>
                    <a:lstStyle/>
                    <a:p>
                      <a:pPr algn="l" fontAlgn="ctr"/>
                      <a:r>
                        <a:rPr lang="en-US" sz="1100" b="0" i="0" u="none" strike="noStrike" dirty="0">
                          <a:effectLst/>
                          <a:latin typeface="Arial" panose="020B0604020202020204" pitchFamily="34" charset="0"/>
                          <a:ea typeface="돋움" panose="020B0600000101010101" pitchFamily="50" charset="-127"/>
                        </a:rPr>
                        <a:t>Title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dirty="0">
                          <a:effectLst/>
                          <a:latin typeface="Arial" panose="020B0604020202020204" pitchFamily="34" charset="0"/>
                          <a:ea typeface="돋움" panose="020B0600000101010101" pitchFamily="50" charset="-127"/>
                        </a:rPr>
                        <a:t>CFDP single trip</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0864582"/>
                  </a:ext>
                </a:extLst>
              </a:tr>
              <a:tr h="190500">
                <a:tc>
                  <a:txBody>
                    <a:bodyPr/>
                    <a:lstStyle/>
                    <a:p>
                      <a:pPr algn="l" fontAlgn="ctr"/>
                      <a:r>
                        <a:rPr lang="en-US" sz="1100" b="0" i="0" u="none" strike="noStrike" dirty="0">
                          <a:effectLst/>
                          <a:latin typeface="Arial" panose="020B0604020202020204" pitchFamily="34" charset="0"/>
                          <a:ea typeface="돋움" panose="020B0600000101010101" pitchFamily="50" charset="-127"/>
                        </a:rPr>
                        <a:t>Ref</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DTN-060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7904140"/>
                  </a:ext>
                </a:extLst>
              </a:tr>
              <a:tr h="190500">
                <a:tc>
                  <a:txBody>
                    <a:bodyPr/>
                    <a:lstStyle/>
                    <a:p>
                      <a:pPr algn="l" fontAlgn="ctr"/>
                      <a:r>
                        <a:rPr lang="en-US" sz="1100" b="0" i="0" u="none" strike="noStrike" dirty="0">
                          <a:effectLst/>
                          <a:latin typeface="Arial" panose="020B0604020202020204" pitchFamily="34" charset="0"/>
                          <a:ea typeface="돋움" panose="020B0600000101010101" pitchFamily="50" charset="-127"/>
                        </a:rPr>
                        <a:t>APS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ko-KR" altLang="en-US" sz="1100" b="0" i="0" u="none" strike="noStrike">
                          <a:effectLst/>
                          <a:latin typeface="Arial" panose="020B0604020202020204" pitchFamily="34" charset="0"/>
                          <a:ea typeface="돋움" panose="020B0600000101010101" pitchFamily="50" charset="-127"/>
                        </a:rPr>
                        <a:t>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7227424"/>
                  </a:ext>
                </a:extLst>
              </a:tr>
              <a:tr h="190500">
                <a:tc>
                  <a:txBody>
                    <a:bodyPr/>
                    <a:lstStyle/>
                    <a:p>
                      <a:pPr algn="l" fontAlgn="ctr"/>
                      <a:r>
                        <a:rPr lang="en-US" sz="1100" b="0" i="0" u="none" strike="noStrike" dirty="0">
                          <a:effectLst/>
                          <a:latin typeface="Arial" panose="020B0604020202020204" pitchFamily="34" charset="0"/>
                          <a:ea typeface="돋움" panose="020B0600000101010101" pitchFamily="50" charset="-127"/>
                        </a:rPr>
                        <a:t>Purpose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Check if DTNPL receive or transmit file using CFDP in single trip path</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3913405"/>
                  </a:ext>
                </a:extLst>
              </a:tr>
              <a:tr h="190500">
                <a:tc>
                  <a:txBody>
                    <a:bodyPr/>
                    <a:lstStyle/>
                    <a:p>
                      <a:pPr algn="l" fontAlgn="ctr"/>
                      <a:r>
                        <a:rPr lang="en-US" sz="1100" b="0" i="0" u="none" strike="noStrike">
                          <a:effectLst/>
                          <a:latin typeface="Arial" panose="020B0604020202020204" pitchFamily="34" charset="0"/>
                          <a:ea typeface="돋움" panose="020B0600000101010101" pitchFamily="50" charset="-127"/>
                        </a:rPr>
                        <a:t>Criteria of success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Checksum value of transmit file and receive file to be same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8513856"/>
                  </a:ext>
                </a:extLst>
              </a:tr>
              <a:tr h="190500">
                <a:tc>
                  <a:txBody>
                    <a:bodyPr/>
                    <a:lstStyle/>
                    <a:p>
                      <a:pPr algn="l" fontAlgn="ctr"/>
                      <a:r>
                        <a:rPr lang="en-US" sz="1100" b="0" i="0" u="none" strike="noStrike" dirty="0">
                          <a:effectLst/>
                          <a:latin typeface="Arial" panose="020B0604020202020204" pitchFamily="34" charset="0"/>
                          <a:ea typeface="돋움" panose="020B0600000101010101" pitchFamily="50" charset="-127"/>
                        </a:rPr>
                        <a:t>Test method/facility</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 - Send test file from DCC to DTNPL using CFDP</a:t>
                      </a:r>
                      <a:br>
                        <a:rPr lang="en-US" sz="1100" b="0" i="0" u="none" strike="noStrike">
                          <a:effectLst/>
                          <a:latin typeface="Arial" panose="020B0604020202020204" pitchFamily="34" charset="0"/>
                          <a:ea typeface="돋움" panose="020B0600000101010101" pitchFamily="50" charset="-127"/>
                        </a:rPr>
                      </a:br>
                      <a:r>
                        <a:rPr lang="en-US" sz="1100" b="0" i="0" u="none" strike="noStrike">
                          <a:effectLst/>
                          <a:latin typeface="Arial" panose="020B0604020202020204" pitchFamily="34" charset="0"/>
                          <a:ea typeface="돋움" panose="020B0600000101010101" pitchFamily="50" charset="-127"/>
                        </a:rPr>
                        <a:t> - Check checksum vale of TX and RX file is same</a:t>
                      </a:r>
                      <a:br>
                        <a:rPr lang="en-US" sz="1100" b="0" i="0" u="none" strike="noStrike">
                          <a:effectLst/>
                          <a:latin typeface="Arial" panose="020B0604020202020204" pitchFamily="34" charset="0"/>
                          <a:ea typeface="돋움" panose="020B0600000101010101" pitchFamily="50" charset="-127"/>
                        </a:rPr>
                      </a:br>
                      <a:r>
                        <a:rPr lang="en-US" sz="1100" b="0" i="0" u="none" strike="noStrike">
                          <a:effectLst/>
                          <a:latin typeface="Arial" panose="020B0604020202020204" pitchFamily="34" charset="0"/>
                          <a:ea typeface="돋움" panose="020B0600000101010101" pitchFamily="50" charset="-127"/>
                        </a:rPr>
                        <a:t> - Send test file from DTNPL to DCC using CFDP</a:t>
                      </a:r>
                      <a:br>
                        <a:rPr lang="en-US" sz="1100" b="0" i="0" u="none" strike="noStrike">
                          <a:effectLst/>
                          <a:latin typeface="Arial" panose="020B0604020202020204" pitchFamily="34" charset="0"/>
                          <a:ea typeface="돋움" panose="020B0600000101010101" pitchFamily="50" charset="-127"/>
                        </a:rPr>
                      </a:br>
                      <a:r>
                        <a:rPr lang="en-US" sz="1100" b="0" i="0" u="none" strike="noStrike">
                          <a:effectLst/>
                          <a:latin typeface="Arial" panose="020B0604020202020204" pitchFamily="34" charset="0"/>
                          <a:ea typeface="돋움" panose="020B0600000101010101" pitchFamily="50" charset="-127"/>
                        </a:rPr>
                        <a:t> - Check checksum vale of TX and RX file is same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1989839"/>
                  </a:ext>
                </a:extLst>
              </a:tr>
              <a:tr h="381000">
                <a:tc>
                  <a:txBody>
                    <a:bodyPr/>
                    <a:lstStyle/>
                    <a:p>
                      <a:pPr algn="l" fontAlgn="ctr"/>
                      <a:r>
                        <a:rPr lang="en-US" sz="1100" b="0" i="0" u="none" strike="noStrike" dirty="0">
                          <a:effectLst/>
                          <a:latin typeface="Arial" panose="020B0604020202020204" pitchFamily="34" charset="0"/>
                          <a:ea typeface="돋움" panose="020B0600000101010101" pitchFamily="50" charset="-127"/>
                        </a:rPr>
                        <a:t>Configuration/ Periods to be tested</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altLang="ko-KR" sz="1100" u="none" strike="noStrike" dirty="0" smtClean="0">
                          <a:effectLst/>
                        </a:rPr>
                        <a:t>Refer to Figure in page 6-7</a:t>
                      </a:r>
                      <a:endParaRPr lang="en-US" altLang="ko-KR" sz="1100" b="0"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1053852"/>
                  </a:ext>
                </a:extLst>
              </a:tr>
              <a:tr h="190500">
                <a:tc>
                  <a:txBody>
                    <a:bodyPr/>
                    <a:lstStyle/>
                    <a:p>
                      <a:pPr algn="l" fontAlgn="ctr"/>
                      <a:r>
                        <a:rPr lang="en-US" sz="1100" b="0" i="0" u="none" strike="noStrike" dirty="0">
                          <a:effectLst/>
                          <a:latin typeface="Arial" panose="020B0604020202020204" pitchFamily="34" charset="0"/>
                          <a:ea typeface="돋움" panose="020B0600000101010101" pitchFamily="50" charset="-127"/>
                        </a:rPr>
                        <a:t>Test Procedures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KPLO-D0-550-450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2375104"/>
                  </a:ext>
                </a:extLst>
              </a:tr>
              <a:tr h="190500">
                <a:tc>
                  <a:txBody>
                    <a:bodyPr/>
                    <a:lstStyle/>
                    <a:p>
                      <a:pPr algn="l" fontAlgn="ctr"/>
                      <a:r>
                        <a:rPr lang="en-US" sz="1100" b="0" i="0" u="none" strike="noStrike" dirty="0">
                          <a:effectLst/>
                          <a:latin typeface="Arial" panose="020B0604020202020204" pitchFamily="34" charset="0"/>
                          <a:ea typeface="돋움" panose="020B0600000101010101" pitchFamily="50" charset="-127"/>
                        </a:rPr>
                        <a:t>Test constraints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None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54073031"/>
                  </a:ext>
                </a:extLst>
              </a:tr>
              <a:tr h="200025">
                <a:tc>
                  <a:txBody>
                    <a:bodyPr/>
                    <a:lstStyle/>
                    <a:p>
                      <a:pPr algn="l" fontAlgn="ctr"/>
                      <a:r>
                        <a:rPr lang="en-US" sz="1100" b="0" i="0" u="none" strike="noStrike" dirty="0">
                          <a:effectLst/>
                          <a:latin typeface="Arial" panose="020B0604020202020204" pitchFamily="34" charset="0"/>
                          <a:ea typeface="돋움" panose="020B0600000101010101" pitchFamily="50" charset="-127"/>
                        </a:rPr>
                        <a:t>Result report</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dirty="0">
                          <a:effectLst/>
                          <a:latin typeface="Arial" panose="020B0604020202020204" pitchFamily="34" charset="0"/>
                          <a:ea typeface="돋움" panose="020B0600000101010101" pitchFamily="50" charset="-127"/>
                        </a:rPr>
                        <a:t>As-run procedure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5560313"/>
                  </a:ext>
                </a:extLst>
              </a:tr>
            </a:tbl>
          </a:graphicData>
        </a:graphic>
      </p:graphicFrame>
    </p:spTree>
    <p:extLst>
      <p:ext uri="{BB962C8B-B14F-4D97-AF65-F5344CB8AC3E}">
        <p14:creationId xmlns:p14="http://schemas.microsoft.com/office/powerpoint/2010/main" val="13367724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CE649E4-F485-497C-BDB2-5AAFE8DE9399}"/>
              </a:ext>
            </a:extLst>
          </p:cNvPr>
          <p:cNvSpPr>
            <a:spLocks noGrp="1"/>
          </p:cNvSpPr>
          <p:nvPr>
            <p:ph type="title"/>
          </p:nvPr>
        </p:nvSpPr>
        <p:spPr/>
        <p:txBody>
          <a:bodyPr/>
          <a:lstStyle/>
          <a:p>
            <a:r>
              <a:rPr lang="en-US" altLang="ko-KR" dirty="0" smtClean="0"/>
              <a:t>10. </a:t>
            </a:r>
            <a:r>
              <a:rPr lang="en-US" altLang="ko-KR" dirty="0"/>
              <a:t>Test ID &amp; </a:t>
            </a:r>
            <a:r>
              <a:rPr lang="en-US" altLang="ko-KR" dirty="0" smtClean="0"/>
              <a:t>Method (</a:t>
            </a:r>
            <a:r>
              <a:rPr lang="en-US" altLang="ko-KR" dirty="0"/>
              <a:t>4/5)</a:t>
            </a:r>
            <a:endParaRPr lang="ko-KR" altLang="en-US" dirty="0"/>
          </a:p>
        </p:txBody>
      </p:sp>
      <p:graphicFrame>
        <p:nvGraphicFramePr>
          <p:cNvPr id="5" name="내용 개체 틀 4"/>
          <p:cNvGraphicFramePr>
            <a:graphicFrameLocks noGrp="1"/>
          </p:cNvGraphicFramePr>
          <p:nvPr>
            <p:ph idx="1"/>
            <p:extLst/>
          </p:nvPr>
        </p:nvGraphicFramePr>
        <p:xfrm>
          <a:off x="627104" y="1078707"/>
          <a:ext cx="7454900" cy="2406945"/>
        </p:xfrm>
        <a:graphic>
          <a:graphicData uri="http://schemas.openxmlformats.org/drawingml/2006/table">
            <a:tbl>
              <a:tblPr>
                <a:tableStyleId>{5C22544A-7EE6-4342-B048-85BDC9FD1C3A}</a:tableStyleId>
              </a:tblPr>
              <a:tblGrid>
                <a:gridCol w="2576744">
                  <a:extLst>
                    <a:ext uri="{9D8B030D-6E8A-4147-A177-3AD203B41FA5}">
                      <a16:colId xmlns:a16="http://schemas.microsoft.com/office/drawing/2014/main" val="1584909590"/>
                    </a:ext>
                  </a:extLst>
                </a:gridCol>
                <a:gridCol w="4878156">
                  <a:extLst>
                    <a:ext uri="{9D8B030D-6E8A-4147-A177-3AD203B41FA5}">
                      <a16:colId xmlns:a16="http://schemas.microsoft.com/office/drawing/2014/main" val="4250686233"/>
                    </a:ext>
                  </a:extLst>
                </a:gridCol>
              </a:tblGrid>
              <a:tr h="190640">
                <a:tc>
                  <a:txBody>
                    <a:bodyPr/>
                    <a:lstStyle/>
                    <a:p>
                      <a:pPr algn="l" fontAlgn="ctr"/>
                      <a:r>
                        <a:rPr lang="en-US" sz="1100" b="0" i="0" u="none" strike="noStrike" dirty="0">
                          <a:effectLst/>
                          <a:latin typeface="Arial" panose="020B0604020202020204" pitchFamily="34" charset="0"/>
                          <a:ea typeface="돋움" panose="020B0600000101010101" pitchFamily="50" charset="-127"/>
                        </a:rPr>
                        <a:t>Title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dirty="0">
                          <a:effectLst/>
                          <a:latin typeface="Arial" panose="020B0604020202020204" pitchFamily="34" charset="0"/>
                          <a:ea typeface="돋움" panose="020B0600000101010101" pitchFamily="50" charset="-127"/>
                        </a:rPr>
                        <a:t>BPM round trip</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3838828"/>
                  </a:ext>
                </a:extLst>
              </a:tr>
              <a:tr h="190640">
                <a:tc>
                  <a:txBody>
                    <a:bodyPr/>
                    <a:lstStyle/>
                    <a:p>
                      <a:pPr algn="l" fontAlgn="ctr"/>
                      <a:r>
                        <a:rPr lang="en-US" sz="1100" b="0" i="0" u="none" strike="noStrike" dirty="0">
                          <a:effectLst/>
                          <a:latin typeface="Arial" panose="020B0604020202020204" pitchFamily="34" charset="0"/>
                          <a:ea typeface="돋움" panose="020B0600000101010101" pitchFamily="50" charset="-127"/>
                        </a:rPr>
                        <a:t>Ref</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DTN-070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4997415"/>
                  </a:ext>
                </a:extLst>
              </a:tr>
              <a:tr h="190640">
                <a:tc>
                  <a:txBody>
                    <a:bodyPr/>
                    <a:lstStyle/>
                    <a:p>
                      <a:pPr algn="l" fontAlgn="ctr"/>
                      <a:r>
                        <a:rPr lang="en-US" sz="1100" b="0" i="0" u="none" strike="noStrike" dirty="0">
                          <a:effectLst/>
                          <a:latin typeface="Arial" panose="020B0604020202020204" pitchFamily="34" charset="0"/>
                          <a:ea typeface="돋움" panose="020B0600000101010101" pitchFamily="50" charset="-127"/>
                        </a:rPr>
                        <a:t>APS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ko-KR" altLang="en-US" sz="1100" b="0" i="0" u="none" strike="noStrike">
                          <a:effectLst/>
                          <a:latin typeface="Arial" panose="020B0604020202020204" pitchFamily="34" charset="0"/>
                          <a:ea typeface="돋움" panose="020B0600000101010101" pitchFamily="50" charset="-127"/>
                        </a:rPr>
                        <a:t>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7078325"/>
                  </a:ext>
                </a:extLst>
              </a:tr>
              <a:tr h="190640">
                <a:tc>
                  <a:txBody>
                    <a:bodyPr/>
                    <a:lstStyle/>
                    <a:p>
                      <a:pPr algn="l" fontAlgn="ctr"/>
                      <a:r>
                        <a:rPr lang="en-US" sz="1100" b="0" i="0" u="none" strike="noStrike" dirty="0">
                          <a:effectLst/>
                          <a:latin typeface="Arial" panose="020B0604020202020204" pitchFamily="34" charset="0"/>
                          <a:ea typeface="돋움" panose="020B0600000101010101" pitchFamily="50" charset="-127"/>
                        </a:rPr>
                        <a:t>Purpose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Check if DTNPL relay BP message in round trip path</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9556302"/>
                  </a:ext>
                </a:extLst>
              </a:tr>
              <a:tr h="190640">
                <a:tc>
                  <a:txBody>
                    <a:bodyPr/>
                    <a:lstStyle/>
                    <a:p>
                      <a:pPr algn="l" fontAlgn="ctr"/>
                      <a:r>
                        <a:rPr lang="en-US" sz="1100" b="0" i="0" u="none" strike="noStrike" dirty="0">
                          <a:effectLst/>
                          <a:latin typeface="Arial" panose="020B0604020202020204" pitchFamily="34" charset="0"/>
                          <a:ea typeface="돋움" panose="020B0600000101010101" pitchFamily="50" charset="-127"/>
                        </a:rPr>
                        <a:t>Criteria of success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The BP message to be delivered between DCC and LCM through DTNPL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6960694"/>
                  </a:ext>
                </a:extLst>
              </a:tr>
              <a:tr h="551422">
                <a:tc>
                  <a:txBody>
                    <a:bodyPr/>
                    <a:lstStyle/>
                    <a:p>
                      <a:pPr algn="l" fontAlgn="ctr"/>
                      <a:r>
                        <a:rPr lang="en-US" sz="1100" b="0" i="0" u="none" strike="noStrike" dirty="0">
                          <a:effectLst/>
                          <a:latin typeface="Arial" panose="020B0604020202020204" pitchFamily="34" charset="0"/>
                          <a:ea typeface="돋움" panose="020B0600000101010101" pitchFamily="50" charset="-127"/>
                        </a:rPr>
                        <a:t>Test method/facility</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 - Send BP message from DCC to LCM through DTNPL</a:t>
                      </a:r>
                      <a:br>
                        <a:rPr lang="en-US" sz="1100" b="0" i="0" u="none" strike="noStrike">
                          <a:effectLst/>
                          <a:latin typeface="Arial" panose="020B0604020202020204" pitchFamily="34" charset="0"/>
                          <a:ea typeface="돋움" panose="020B0600000101010101" pitchFamily="50" charset="-127"/>
                        </a:rPr>
                      </a:br>
                      <a:r>
                        <a:rPr lang="en-US" sz="1100" b="0" i="0" u="none" strike="noStrike">
                          <a:effectLst/>
                          <a:latin typeface="Arial" panose="020B0604020202020204" pitchFamily="34" charset="0"/>
                          <a:ea typeface="돋움" panose="020B0600000101010101" pitchFamily="50" charset="-127"/>
                        </a:rPr>
                        <a:t> - Check BP message was arrived at the LCM</a:t>
                      </a:r>
                      <a:br>
                        <a:rPr lang="en-US" sz="1100" b="0" i="0" u="none" strike="noStrike">
                          <a:effectLst/>
                          <a:latin typeface="Arial" panose="020B0604020202020204" pitchFamily="34" charset="0"/>
                          <a:ea typeface="돋움" panose="020B0600000101010101" pitchFamily="50" charset="-127"/>
                        </a:rPr>
                      </a:br>
                      <a:r>
                        <a:rPr lang="en-US" sz="1100" b="0" i="0" u="none" strike="noStrike">
                          <a:effectLst/>
                          <a:latin typeface="Arial" panose="020B0604020202020204" pitchFamily="34" charset="0"/>
                          <a:ea typeface="돋움" panose="020B0600000101010101" pitchFamily="50" charset="-127"/>
                        </a:rPr>
                        <a:t> - Send BP message from LCM to DCC through DTNPL</a:t>
                      </a:r>
                      <a:br>
                        <a:rPr lang="en-US" sz="1100" b="0" i="0" u="none" strike="noStrike">
                          <a:effectLst/>
                          <a:latin typeface="Arial" panose="020B0604020202020204" pitchFamily="34" charset="0"/>
                          <a:ea typeface="돋움" panose="020B0600000101010101" pitchFamily="50" charset="-127"/>
                        </a:rPr>
                      </a:br>
                      <a:r>
                        <a:rPr lang="en-US" sz="1100" b="0" i="0" u="none" strike="noStrike">
                          <a:effectLst/>
                          <a:latin typeface="Arial" panose="020B0604020202020204" pitchFamily="34" charset="0"/>
                          <a:ea typeface="돋움" panose="020B0600000101010101" pitchFamily="50" charset="-127"/>
                        </a:rPr>
                        <a:t> - Check BP message was arrived at the DCC</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4676664"/>
                  </a:ext>
                </a:extLst>
              </a:tr>
              <a:tr h="201740">
                <a:tc>
                  <a:txBody>
                    <a:bodyPr/>
                    <a:lstStyle/>
                    <a:p>
                      <a:pPr algn="l" fontAlgn="ctr"/>
                      <a:r>
                        <a:rPr lang="en-US" sz="1100" b="0" i="0" u="none" strike="noStrike" dirty="0">
                          <a:effectLst/>
                          <a:latin typeface="Arial" panose="020B0604020202020204" pitchFamily="34" charset="0"/>
                          <a:ea typeface="돋움" panose="020B0600000101010101" pitchFamily="50" charset="-127"/>
                        </a:rPr>
                        <a:t>Configuration/ Periods to be tested</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altLang="ko-KR" sz="1100" u="none" strike="noStrike" dirty="0" smtClean="0">
                          <a:effectLst/>
                        </a:rPr>
                        <a:t>Refer to Figure in page 6-7</a:t>
                      </a:r>
                      <a:endParaRPr lang="en-US" altLang="ko-KR" sz="1100" b="0"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3046215"/>
                  </a:ext>
                </a:extLst>
              </a:tr>
              <a:tr h="190640">
                <a:tc>
                  <a:txBody>
                    <a:bodyPr/>
                    <a:lstStyle/>
                    <a:p>
                      <a:pPr algn="l" fontAlgn="ctr"/>
                      <a:r>
                        <a:rPr lang="en-US" sz="1100" b="0" i="0" u="none" strike="noStrike" dirty="0">
                          <a:effectLst/>
                          <a:latin typeface="Arial" panose="020B0604020202020204" pitchFamily="34" charset="0"/>
                          <a:ea typeface="돋움" panose="020B0600000101010101" pitchFamily="50" charset="-127"/>
                        </a:rPr>
                        <a:t>Test Procedures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KPLO-D0-550-450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9811579"/>
                  </a:ext>
                </a:extLst>
              </a:tr>
              <a:tr h="190640">
                <a:tc>
                  <a:txBody>
                    <a:bodyPr/>
                    <a:lstStyle/>
                    <a:p>
                      <a:pPr algn="l" fontAlgn="ctr"/>
                      <a:r>
                        <a:rPr lang="en-US" sz="1100" b="0" i="0" u="none" strike="noStrike" dirty="0">
                          <a:effectLst/>
                          <a:latin typeface="Arial" panose="020B0604020202020204" pitchFamily="34" charset="0"/>
                          <a:ea typeface="돋움" panose="020B0600000101010101" pitchFamily="50" charset="-127"/>
                        </a:rPr>
                        <a:t>Test constraints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None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2972354"/>
                  </a:ext>
                </a:extLst>
              </a:tr>
              <a:tr h="190640">
                <a:tc>
                  <a:txBody>
                    <a:bodyPr/>
                    <a:lstStyle/>
                    <a:p>
                      <a:pPr algn="l" fontAlgn="ctr"/>
                      <a:r>
                        <a:rPr lang="en-US" sz="1100" b="0" i="0" u="none" strike="noStrike" dirty="0">
                          <a:effectLst/>
                          <a:latin typeface="Arial" panose="020B0604020202020204" pitchFamily="34" charset="0"/>
                          <a:ea typeface="돋움" panose="020B0600000101010101" pitchFamily="50" charset="-127"/>
                        </a:rPr>
                        <a:t>Result report</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dirty="0">
                          <a:effectLst/>
                          <a:latin typeface="Arial" panose="020B0604020202020204" pitchFamily="34" charset="0"/>
                          <a:ea typeface="돋움" panose="020B0600000101010101" pitchFamily="50" charset="-127"/>
                        </a:rPr>
                        <a:t>As-run procedure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4596543"/>
                  </a:ext>
                </a:extLst>
              </a:tr>
            </a:tbl>
          </a:graphicData>
        </a:graphic>
      </p:graphicFrame>
      <p:sp>
        <p:nvSpPr>
          <p:cNvPr id="4" name="슬라이드 번호 개체 틀 3">
            <a:extLst>
              <a:ext uri="{FF2B5EF4-FFF2-40B4-BE49-F238E27FC236}">
                <a16:creationId xmlns:a16="http://schemas.microsoft.com/office/drawing/2014/main" id="{16FDD8BF-E5D4-4D43-B05B-6CF9FD97CA09}"/>
              </a:ext>
            </a:extLst>
          </p:cNvPr>
          <p:cNvSpPr>
            <a:spLocks noGrp="1"/>
          </p:cNvSpPr>
          <p:nvPr>
            <p:ph type="sldNum" sz="quarter" idx="4"/>
          </p:nvPr>
        </p:nvSpPr>
        <p:spPr/>
        <p:txBody>
          <a:bodyPr/>
          <a:lstStyle/>
          <a:p>
            <a:fld id="{5FF3941A-8195-4E1C-AD48-53675AE8B136}" type="slidenum">
              <a:rPr lang="en-US" altLang="ko-KR" smtClean="0"/>
              <a:pPr/>
              <a:t>17</a:t>
            </a:fld>
            <a:endParaRPr lang="en-US" altLang="ko-KR" dirty="0"/>
          </a:p>
        </p:txBody>
      </p:sp>
      <p:graphicFrame>
        <p:nvGraphicFramePr>
          <p:cNvPr id="8" name="표 7"/>
          <p:cNvGraphicFramePr>
            <a:graphicFrameLocks noGrp="1"/>
          </p:cNvGraphicFramePr>
          <p:nvPr>
            <p:extLst/>
          </p:nvPr>
        </p:nvGraphicFramePr>
        <p:xfrm>
          <a:off x="627104" y="3717032"/>
          <a:ext cx="7454900" cy="2594610"/>
        </p:xfrm>
        <a:graphic>
          <a:graphicData uri="http://schemas.openxmlformats.org/drawingml/2006/table">
            <a:tbl>
              <a:tblPr>
                <a:tableStyleId>{5C22544A-7EE6-4342-B048-85BDC9FD1C3A}</a:tableStyleId>
              </a:tblPr>
              <a:tblGrid>
                <a:gridCol w="2567363">
                  <a:extLst>
                    <a:ext uri="{9D8B030D-6E8A-4147-A177-3AD203B41FA5}">
                      <a16:colId xmlns:a16="http://schemas.microsoft.com/office/drawing/2014/main" val="3816798613"/>
                    </a:ext>
                  </a:extLst>
                </a:gridCol>
                <a:gridCol w="4887537">
                  <a:extLst>
                    <a:ext uri="{9D8B030D-6E8A-4147-A177-3AD203B41FA5}">
                      <a16:colId xmlns:a16="http://schemas.microsoft.com/office/drawing/2014/main" val="1880792560"/>
                    </a:ext>
                  </a:extLst>
                </a:gridCol>
              </a:tblGrid>
              <a:tr h="190500">
                <a:tc>
                  <a:txBody>
                    <a:bodyPr/>
                    <a:lstStyle/>
                    <a:p>
                      <a:pPr algn="l" fontAlgn="ctr"/>
                      <a:r>
                        <a:rPr lang="en-US" sz="1100" b="0" i="0" u="none" strike="noStrike" dirty="0">
                          <a:effectLst/>
                          <a:latin typeface="Arial" panose="020B0604020202020204" pitchFamily="34" charset="0"/>
                          <a:ea typeface="돋움" panose="020B0600000101010101" pitchFamily="50" charset="-127"/>
                        </a:rPr>
                        <a:t>Title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dirty="0">
                          <a:effectLst/>
                          <a:latin typeface="Arial" panose="020B0604020202020204" pitchFamily="34" charset="0"/>
                          <a:ea typeface="돋움" panose="020B0600000101010101" pitchFamily="50" charset="-127"/>
                        </a:rPr>
                        <a:t>CFDP round trip</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0864582"/>
                  </a:ext>
                </a:extLst>
              </a:tr>
              <a:tr h="190500">
                <a:tc>
                  <a:txBody>
                    <a:bodyPr/>
                    <a:lstStyle/>
                    <a:p>
                      <a:pPr algn="l" fontAlgn="ctr"/>
                      <a:r>
                        <a:rPr lang="en-US" sz="1100" b="0" i="0" u="none" strike="noStrike" dirty="0">
                          <a:effectLst/>
                          <a:latin typeface="Arial" panose="020B0604020202020204" pitchFamily="34" charset="0"/>
                          <a:ea typeface="돋움" panose="020B0600000101010101" pitchFamily="50" charset="-127"/>
                        </a:rPr>
                        <a:t>Ref</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DTN-080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7904140"/>
                  </a:ext>
                </a:extLst>
              </a:tr>
              <a:tr h="190500">
                <a:tc>
                  <a:txBody>
                    <a:bodyPr/>
                    <a:lstStyle/>
                    <a:p>
                      <a:pPr algn="l" fontAlgn="ctr"/>
                      <a:r>
                        <a:rPr lang="en-US" sz="1100" b="0" i="0" u="none" strike="noStrike" dirty="0">
                          <a:effectLst/>
                          <a:latin typeface="Arial" panose="020B0604020202020204" pitchFamily="34" charset="0"/>
                          <a:ea typeface="돋움" panose="020B0600000101010101" pitchFamily="50" charset="-127"/>
                        </a:rPr>
                        <a:t>APS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ko-KR" altLang="en-US" sz="1100" b="0" i="0" u="none" strike="noStrike">
                          <a:effectLst/>
                          <a:latin typeface="Arial" panose="020B0604020202020204" pitchFamily="34" charset="0"/>
                          <a:ea typeface="돋움" panose="020B0600000101010101" pitchFamily="50" charset="-127"/>
                        </a:rPr>
                        <a:t>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7227424"/>
                  </a:ext>
                </a:extLst>
              </a:tr>
              <a:tr h="190500">
                <a:tc>
                  <a:txBody>
                    <a:bodyPr/>
                    <a:lstStyle/>
                    <a:p>
                      <a:pPr algn="l" fontAlgn="ctr"/>
                      <a:r>
                        <a:rPr lang="en-US" sz="1100" b="0" i="0" u="none" strike="noStrike" dirty="0">
                          <a:effectLst/>
                          <a:latin typeface="Arial" panose="020B0604020202020204" pitchFamily="34" charset="0"/>
                          <a:ea typeface="돋움" panose="020B0600000101010101" pitchFamily="50" charset="-127"/>
                        </a:rPr>
                        <a:t>Purpose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Check if DTNPL relay file transfer in round trip path</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3913405"/>
                  </a:ext>
                </a:extLst>
              </a:tr>
              <a:tr h="190500">
                <a:tc>
                  <a:txBody>
                    <a:bodyPr/>
                    <a:lstStyle/>
                    <a:p>
                      <a:pPr algn="l" fontAlgn="ctr"/>
                      <a:r>
                        <a:rPr lang="en-US" sz="1100" b="0" i="0" u="none" strike="noStrike" dirty="0">
                          <a:effectLst/>
                          <a:latin typeface="Arial" panose="020B0604020202020204" pitchFamily="34" charset="0"/>
                          <a:ea typeface="돋움" panose="020B0600000101010101" pitchFamily="50" charset="-127"/>
                        </a:rPr>
                        <a:t>Criteria of success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Checksum value of transmit file and receive file to be same.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8513856"/>
                  </a:ext>
                </a:extLst>
              </a:tr>
              <a:tr h="190500">
                <a:tc>
                  <a:txBody>
                    <a:bodyPr/>
                    <a:lstStyle/>
                    <a:p>
                      <a:pPr algn="l" fontAlgn="ctr"/>
                      <a:r>
                        <a:rPr lang="en-US" sz="1100" b="0" i="0" u="none" strike="noStrike" dirty="0">
                          <a:effectLst/>
                          <a:latin typeface="Arial" panose="020B0604020202020204" pitchFamily="34" charset="0"/>
                          <a:ea typeface="돋움" panose="020B0600000101010101" pitchFamily="50" charset="-127"/>
                        </a:rPr>
                        <a:t>Test method/facility</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 - Send test file from DCC to LCM through DTNPL using CFDP</a:t>
                      </a:r>
                      <a:br>
                        <a:rPr lang="en-US" sz="1100" b="0" i="0" u="none" strike="noStrike">
                          <a:effectLst/>
                          <a:latin typeface="Arial" panose="020B0604020202020204" pitchFamily="34" charset="0"/>
                          <a:ea typeface="돋움" panose="020B0600000101010101" pitchFamily="50" charset="-127"/>
                        </a:rPr>
                      </a:br>
                      <a:r>
                        <a:rPr lang="en-US" sz="1100" b="0" i="0" u="none" strike="noStrike">
                          <a:effectLst/>
                          <a:latin typeface="Arial" panose="020B0604020202020204" pitchFamily="34" charset="0"/>
                          <a:ea typeface="돋움" panose="020B0600000101010101" pitchFamily="50" charset="-127"/>
                        </a:rPr>
                        <a:t> - Check checksum vale of TX and RX file is same</a:t>
                      </a:r>
                      <a:br>
                        <a:rPr lang="en-US" sz="1100" b="0" i="0" u="none" strike="noStrike">
                          <a:effectLst/>
                          <a:latin typeface="Arial" panose="020B0604020202020204" pitchFamily="34" charset="0"/>
                          <a:ea typeface="돋움" panose="020B0600000101010101" pitchFamily="50" charset="-127"/>
                        </a:rPr>
                      </a:br>
                      <a:r>
                        <a:rPr lang="en-US" sz="1100" b="0" i="0" u="none" strike="noStrike">
                          <a:effectLst/>
                          <a:latin typeface="Arial" panose="020B0604020202020204" pitchFamily="34" charset="0"/>
                          <a:ea typeface="돋움" panose="020B0600000101010101" pitchFamily="50" charset="-127"/>
                        </a:rPr>
                        <a:t> - Send test file from LCM to DCC through DTNPL using CFDP</a:t>
                      </a:r>
                      <a:br>
                        <a:rPr lang="en-US" sz="1100" b="0" i="0" u="none" strike="noStrike">
                          <a:effectLst/>
                          <a:latin typeface="Arial" panose="020B0604020202020204" pitchFamily="34" charset="0"/>
                          <a:ea typeface="돋움" panose="020B0600000101010101" pitchFamily="50" charset="-127"/>
                        </a:rPr>
                      </a:br>
                      <a:r>
                        <a:rPr lang="en-US" sz="1100" b="0" i="0" u="none" strike="noStrike">
                          <a:effectLst/>
                          <a:latin typeface="Arial" panose="020B0604020202020204" pitchFamily="34" charset="0"/>
                          <a:ea typeface="돋움" panose="020B0600000101010101" pitchFamily="50" charset="-127"/>
                        </a:rPr>
                        <a:t> - Check checksum vale of TX and RX file is same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1989839"/>
                  </a:ext>
                </a:extLst>
              </a:tr>
              <a:tr h="381000">
                <a:tc>
                  <a:txBody>
                    <a:bodyPr/>
                    <a:lstStyle/>
                    <a:p>
                      <a:pPr algn="l" fontAlgn="ctr"/>
                      <a:r>
                        <a:rPr lang="en-US" sz="1100" b="0" i="0" u="none" strike="noStrike" dirty="0">
                          <a:effectLst/>
                          <a:latin typeface="Arial" panose="020B0604020202020204" pitchFamily="34" charset="0"/>
                          <a:ea typeface="돋움" panose="020B0600000101010101" pitchFamily="50" charset="-127"/>
                        </a:rPr>
                        <a:t>Configuration/ Periods to be tested</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altLang="ko-KR" sz="1100" u="none" strike="noStrike" dirty="0" smtClean="0">
                          <a:effectLst/>
                        </a:rPr>
                        <a:t>Refer to Figure in page 6-7</a:t>
                      </a:r>
                      <a:endParaRPr lang="en-US" altLang="ko-KR" sz="1100" b="0"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1053852"/>
                  </a:ext>
                </a:extLst>
              </a:tr>
              <a:tr h="190500">
                <a:tc>
                  <a:txBody>
                    <a:bodyPr/>
                    <a:lstStyle/>
                    <a:p>
                      <a:pPr algn="l" fontAlgn="ctr"/>
                      <a:r>
                        <a:rPr lang="en-US" sz="1100" b="0" i="0" u="none" strike="noStrike" dirty="0">
                          <a:effectLst/>
                          <a:latin typeface="Arial" panose="020B0604020202020204" pitchFamily="34" charset="0"/>
                          <a:ea typeface="돋움" panose="020B0600000101010101" pitchFamily="50" charset="-127"/>
                        </a:rPr>
                        <a:t>Test Procedures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KPLO-D0-550-450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2375104"/>
                  </a:ext>
                </a:extLst>
              </a:tr>
              <a:tr h="190500">
                <a:tc>
                  <a:txBody>
                    <a:bodyPr/>
                    <a:lstStyle/>
                    <a:p>
                      <a:pPr algn="l" fontAlgn="ctr"/>
                      <a:r>
                        <a:rPr lang="en-US" sz="1100" b="0" i="0" u="none" strike="noStrike" dirty="0">
                          <a:effectLst/>
                          <a:latin typeface="Arial" panose="020B0604020202020204" pitchFamily="34" charset="0"/>
                          <a:ea typeface="돋움" panose="020B0600000101010101" pitchFamily="50" charset="-127"/>
                        </a:rPr>
                        <a:t>Test constraints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None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54073031"/>
                  </a:ext>
                </a:extLst>
              </a:tr>
              <a:tr h="200025">
                <a:tc>
                  <a:txBody>
                    <a:bodyPr/>
                    <a:lstStyle/>
                    <a:p>
                      <a:pPr algn="l" fontAlgn="ctr"/>
                      <a:r>
                        <a:rPr lang="en-US" sz="1100" b="0" i="0" u="none" strike="noStrike" dirty="0">
                          <a:effectLst/>
                          <a:latin typeface="Arial" panose="020B0604020202020204" pitchFamily="34" charset="0"/>
                          <a:ea typeface="돋움" panose="020B0600000101010101" pitchFamily="50" charset="-127"/>
                        </a:rPr>
                        <a:t>Result report</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dirty="0">
                          <a:effectLst/>
                          <a:latin typeface="Arial" panose="020B0604020202020204" pitchFamily="34" charset="0"/>
                          <a:ea typeface="돋움" panose="020B0600000101010101" pitchFamily="50" charset="-127"/>
                        </a:rPr>
                        <a:t>As-run procedure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5560313"/>
                  </a:ext>
                </a:extLst>
              </a:tr>
            </a:tbl>
          </a:graphicData>
        </a:graphic>
      </p:graphicFrame>
    </p:spTree>
    <p:extLst>
      <p:ext uri="{BB962C8B-B14F-4D97-AF65-F5344CB8AC3E}">
        <p14:creationId xmlns:p14="http://schemas.microsoft.com/office/powerpoint/2010/main" val="17681293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CE649E4-F485-497C-BDB2-5AAFE8DE9399}"/>
              </a:ext>
            </a:extLst>
          </p:cNvPr>
          <p:cNvSpPr>
            <a:spLocks noGrp="1"/>
          </p:cNvSpPr>
          <p:nvPr>
            <p:ph type="title"/>
          </p:nvPr>
        </p:nvSpPr>
        <p:spPr/>
        <p:txBody>
          <a:bodyPr/>
          <a:lstStyle/>
          <a:p>
            <a:r>
              <a:rPr lang="en-US" altLang="ko-KR" dirty="0" smtClean="0"/>
              <a:t>10. </a:t>
            </a:r>
            <a:r>
              <a:rPr lang="en-US" altLang="ko-KR" dirty="0"/>
              <a:t>Test ID &amp; </a:t>
            </a:r>
            <a:r>
              <a:rPr lang="en-US" altLang="ko-KR" dirty="0" smtClean="0"/>
              <a:t>Method (5/5</a:t>
            </a:r>
            <a:r>
              <a:rPr lang="en-US" altLang="ko-KR" dirty="0"/>
              <a:t>)</a:t>
            </a:r>
            <a:endParaRPr lang="ko-KR" altLang="en-US" dirty="0"/>
          </a:p>
        </p:txBody>
      </p:sp>
      <p:graphicFrame>
        <p:nvGraphicFramePr>
          <p:cNvPr id="5" name="내용 개체 틀 4"/>
          <p:cNvGraphicFramePr>
            <a:graphicFrameLocks noGrp="1"/>
          </p:cNvGraphicFramePr>
          <p:nvPr>
            <p:ph idx="1"/>
            <p:extLst/>
          </p:nvPr>
        </p:nvGraphicFramePr>
        <p:xfrm>
          <a:off x="627104" y="1078707"/>
          <a:ext cx="7454900" cy="2278282"/>
        </p:xfrm>
        <a:graphic>
          <a:graphicData uri="http://schemas.openxmlformats.org/drawingml/2006/table">
            <a:tbl>
              <a:tblPr>
                <a:tableStyleId>{5C22544A-7EE6-4342-B048-85BDC9FD1C3A}</a:tableStyleId>
              </a:tblPr>
              <a:tblGrid>
                <a:gridCol w="2576744">
                  <a:extLst>
                    <a:ext uri="{9D8B030D-6E8A-4147-A177-3AD203B41FA5}">
                      <a16:colId xmlns:a16="http://schemas.microsoft.com/office/drawing/2014/main" val="1584909590"/>
                    </a:ext>
                  </a:extLst>
                </a:gridCol>
                <a:gridCol w="4878156">
                  <a:extLst>
                    <a:ext uri="{9D8B030D-6E8A-4147-A177-3AD203B41FA5}">
                      <a16:colId xmlns:a16="http://schemas.microsoft.com/office/drawing/2014/main" val="4250686233"/>
                    </a:ext>
                  </a:extLst>
                </a:gridCol>
              </a:tblGrid>
              <a:tr h="190640">
                <a:tc>
                  <a:txBody>
                    <a:bodyPr/>
                    <a:lstStyle/>
                    <a:p>
                      <a:pPr algn="l" fontAlgn="ctr"/>
                      <a:r>
                        <a:rPr lang="en-US" sz="1100" b="0" i="0" u="none" strike="noStrike" dirty="0">
                          <a:effectLst/>
                          <a:latin typeface="Arial" panose="020B0604020202020204" pitchFamily="34" charset="0"/>
                          <a:ea typeface="돋움" panose="020B0600000101010101" pitchFamily="50" charset="-127"/>
                        </a:rPr>
                        <a:t>Title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dirty="0">
                          <a:effectLst/>
                          <a:latin typeface="Arial" panose="020B0604020202020204" pitchFamily="34" charset="0"/>
                          <a:ea typeface="돋움" panose="020B0600000101010101" pitchFamily="50" charset="-127"/>
                        </a:rPr>
                        <a:t>BSS downlink</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3838828"/>
                  </a:ext>
                </a:extLst>
              </a:tr>
              <a:tr h="190640">
                <a:tc>
                  <a:txBody>
                    <a:bodyPr/>
                    <a:lstStyle/>
                    <a:p>
                      <a:pPr algn="l" fontAlgn="ctr"/>
                      <a:r>
                        <a:rPr lang="en-US" sz="1100" b="0" i="0" u="none" strike="noStrike" dirty="0">
                          <a:effectLst/>
                          <a:latin typeface="Arial" panose="020B0604020202020204" pitchFamily="34" charset="0"/>
                          <a:ea typeface="돋움" panose="020B0600000101010101" pitchFamily="50" charset="-127"/>
                        </a:rPr>
                        <a:t>Ref</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DTN-090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4997415"/>
                  </a:ext>
                </a:extLst>
              </a:tr>
              <a:tr h="190640">
                <a:tc>
                  <a:txBody>
                    <a:bodyPr/>
                    <a:lstStyle/>
                    <a:p>
                      <a:pPr algn="l" fontAlgn="ctr"/>
                      <a:r>
                        <a:rPr lang="en-US" sz="1100" b="0" i="0" u="none" strike="noStrike" dirty="0">
                          <a:effectLst/>
                          <a:latin typeface="Arial" panose="020B0604020202020204" pitchFamily="34" charset="0"/>
                          <a:ea typeface="돋움" panose="020B0600000101010101" pitchFamily="50" charset="-127"/>
                        </a:rPr>
                        <a:t>APS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ko-KR" altLang="en-US" sz="1100" b="0" i="0" u="none" strike="noStrike">
                          <a:effectLst/>
                          <a:latin typeface="Arial" panose="020B0604020202020204" pitchFamily="34" charset="0"/>
                          <a:ea typeface="돋움" panose="020B0600000101010101" pitchFamily="50" charset="-127"/>
                        </a:rPr>
                        <a:t>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7078325"/>
                  </a:ext>
                </a:extLst>
              </a:tr>
              <a:tr h="190640">
                <a:tc>
                  <a:txBody>
                    <a:bodyPr/>
                    <a:lstStyle/>
                    <a:p>
                      <a:pPr algn="l" fontAlgn="ctr"/>
                      <a:r>
                        <a:rPr lang="en-US" sz="1100" b="0" i="0" u="none" strike="noStrike" dirty="0">
                          <a:effectLst/>
                          <a:latin typeface="Arial" panose="020B0604020202020204" pitchFamily="34" charset="0"/>
                          <a:ea typeface="돋움" panose="020B0600000101010101" pitchFamily="50" charset="-127"/>
                        </a:rPr>
                        <a:t>Purpose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Check if DTNPL streaming video file using BSS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9556302"/>
                  </a:ext>
                </a:extLst>
              </a:tr>
              <a:tr h="190640">
                <a:tc>
                  <a:txBody>
                    <a:bodyPr/>
                    <a:lstStyle/>
                    <a:p>
                      <a:pPr algn="l" fontAlgn="ctr"/>
                      <a:r>
                        <a:rPr lang="en-US" sz="1100" b="0" i="0" u="none" strike="noStrike" dirty="0">
                          <a:effectLst/>
                          <a:latin typeface="Arial" panose="020B0604020202020204" pitchFamily="34" charset="0"/>
                          <a:ea typeface="돋움" panose="020B0600000101010101" pitchFamily="50" charset="-127"/>
                        </a:rPr>
                        <a:t>Criteria of success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Video file to be streamed from the DTNPL to be displayed at the DCC</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6960694"/>
                  </a:ext>
                </a:extLst>
              </a:tr>
              <a:tr h="551422">
                <a:tc>
                  <a:txBody>
                    <a:bodyPr/>
                    <a:lstStyle/>
                    <a:p>
                      <a:pPr algn="l" fontAlgn="ctr"/>
                      <a:r>
                        <a:rPr lang="en-US" sz="1100" b="0" i="0" u="none" strike="noStrike" dirty="0">
                          <a:effectLst/>
                          <a:latin typeface="Arial" panose="020B0604020202020204" pitchFamily="34" charset="0"/>
                          <a:ea typeface="돋움" panose="020B0600000101010101" pitchFamily="50" charset="-127"/>
                        </a:rPr>
                        <a:t>Test method/facility</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 - DCC send BSS start command to DTNPL</a:t>
                      </a:r>
                      <a:br>
                        <a:rPr lang="en-US" sz="1100" b="0" i="0" u="none" strike="noStrike">
                          <a:effectLst/>
                          <a:latin typeface="Arial" panose="020B0604020202020204" pitchFamily="34" charset="0"/>
                          <a:ea typeface="돋움" panose="020B0600000101010101" pitchFamily="50" charset="-127"/>
                        </a:rPr>
                      </a:br>
                      <a:r>
                        <a:rPr lang="en-US" sz="1100" b="0" i="0" u="none" strike="noStrike">
                          <a:effectLst/>
                          <a:latin typeface="Arial" panose="020B0604020202020204" pitchFamily="34" charset="0"/>
                          <a:ea typeface="돋움" panose="020B0600000101010101" pitchFamily="50" charset="-127"/>
                        </a:rPr>
                        <a:t> - DTNPL start video file streaming</a:t>
                      </a:r>
                      <a:br>
                        <a:rPr lang="en-US" sz="1100" b="0" i="0" u="none" strike="noStrike">
                          <a:effectLst/>
                          <a:latin typeface="Arial" panose="020B0604020202020204" pitchFamily="34" charset="0"/>
                          <a:ea typeface="돋움" panose="020B0600000101010101" pitchFamily="50" charset="-127"/>
                        </a:rPr>
                      </a:br>
                      <a:r>
                        <a:rPr lang="en-US" sz="1100" b="0" i="0" u="none" strike="noStrike">
                          <a:effectLst/>
                          <a:latin typeface="Arial" panose="020B0604020202020204" pitchFamily="34" charset="0"/>
                          <a:ea typeface="돋움" panose="020B0600000101010101" pitchFamily="50" charset="-127"/>
                        </a:rPr>
                        <a:t> - Streamed video to be displayed on the DCC</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4676664"/>
                  </a:ext>
                </a:extLst>
              </a:tr>
              <a:tr h="201740">
                <a:tc>
                  <a:txBody>
                    <a:bodyPr/>
                    <a:lstStyle/>
                    <a:p>
                      <a:pPr algn="l" fontAlgn="ctr"/>
                      <a:r>
                        <a:rPr lang="en-US" sz="1100" b="0" i="0" u="none" strike="noStrike" dirty="0">
                          <a:effectLst/>
                          <a:latin typeface="Arial" panose="020B0604020202020204" pitchFamily="34" charset="0"/>
                          <a:ea typeface="돋움" panose="020B0600000101010101" pitchFamily="50" charset="-127"/>
                        </a:rPr>
                        <a:t>Configuration/ Periods to be tested</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altLang="ko-KR" sz="1100" u="none" strike="noStrike" dirty="0" smtClean="0">
                          <a:effectLst/>
                        </a:rPr>
                        <a:t>Refer to Figure in page 6-7</a:t>
                      </a:r>
                      <a:endParaRPr lang="en-US" altLang="ko-KR" sz="1100" b="0" i="0" u="none" strike="noStrike" dirty="0">
                        <a:effectLst/>
                        <a:latin typeface="Arial" panose="020B0604020202020204" pitchFamily="34" charset="0"/>
                        <a:ea typeface="돋움" panose="020B0600000101010101" pitchFamily="50" charset="-127"/>
                      </a:endParaRP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3046215"/>
                  </a:ext>
                </a:extLst>
              </a:tr>
              <a:tr h="190640">
                <a:tc>
                  <a:txBody>
                    <a:bodyPr/>
                    <a:lstStyle/>
                    <a:p>
                      <a:pPr algn="l" fontAlgn="ctr"/>
                      <a:r>
                        <a:rPr lang="en-US" sz="1100" b="0" i="0" u="none" strike="noStrike" dirty="0">
                          <a:effectLst/>
                          <a:latin typeface="Arial" panose="020B0604020202020204" pitchFamily="34" charset="0"/>
                          <a:ea typeface="돋움" panose="020B0600000101010101" pitchFamily="50" charset="-127"/>
                        </a:rPr>
                        <a:t>Test Procedures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KPLO-D0-550-450</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9811579"/>
                  </a:ext>
                </a:extLst>
              </a:tr>
              <a:tr h="190640">
                <a:tc>
                  <a:txBody>
                    <a:bodyPr/>
                    <a:lstStyle/>
                    <a:p>
                      <a:pPr algn="l" fontAlgn="ctr"/>
                      <a:r>
                        <a:rPr lang="en-US" sz="1100" b="0" i="0" u="none" strike="noStrike" dirty="0">
                          <a:effectLst/>
                          <a:latin typeface="Arial" panose="020B0604020202020204" pitchFamily="34" charset="0"/>
                          <a:ea typeface="돋움" panose="020B0600000101010101" pitchFamily="50" charset="-127"/>
                        </a:rPr>
                        <a:t>Test constraints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a:effectLst/>
                          <a:latin typeface="Arial" panose="020B0604020202020204" pitchFamily="34" charset="0"/>
                          <a:ea typeface="돋움" panose="020B0600000101010101" pitchFamily="50" charset="-127"/>
                        </a:rPr>
                        <a:t>None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2972354"/>
                  </a:ext>
                </a:extLst>
              </a:tr>
              <a:tr h="190640">
                <a:tc>
                  <a:txBody>
                    <a:bodyPr/>
                    <a:lstStyle/>
                    <a:p>
                      <a:pPr algn="l" fontAlgn="ctr"/>
                      <a:r>
                        <a:rPr lang="en-US" sz="1100" b="0" i="0" u="none" strike="noStrike" dirty="0">
                          <a:effectLst/>
                          <a:latin typeface="Arial" panose="020B0604020202020204" pitchFamily="34" charset="0"/>
                          <a:ea typeface="돋움" panose="020B0600000101010101" pitchFamily="50" charset="-127"/>
                        </a:rPr>
                        <a:t>Result report</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r>
                        <a:rPr lang="en-US" sz="1100" b="0" i="0" u="none" strike="noStrike" dirty="0">
                          <a:effectLst/>
                          <a:latin typeface="Arial" panose="020B0604020202020204" pitchFamily="34" charset="0"/>
                          <a:ea typeface="돋움" panose="020B0600000101010101" pitchFamily="50" charset="-127"/>
                        </a:rPr>
                        <a:t>As-run procedure</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4596543"/>
                  </a:ext>
                </a:extLst>
              </a:tr>
            </a:tbl>
          </a:graphicData>
        </a:graphic>
      </p:graphicFrame>
      <p:sp>
        <p:nvSpPr>
          <p:cNvPr id="4" name="슬라이드 번호 개체 틀 3">
            <a:extLst>
              <a:ext uri="{FF2B5EF4-FFF2-40B4-BE49-F238E27FC236}">
                <a16:creationId xmlns:a16="http://schemas.microsoft.com/office/drawing/2014/main" id="{16FDD8BF-E5D4-4D43-B05B-6CF9FD97CA09}"/>
              </a:ext>
            </a:extLst>
          </p:cNvPr>
          <p:cNvSpPr>
            <a:spLocks noGrp="1"/>
          </p:cNvSpPr>
          <p:nvPr>
            <p:ph type="sldNum" sz="quarter" idx="4"/>
          </p:nvPr>
        </p:nvSpPr>
        <p:spPr/>
        <p:txBody>
          <a:bodyPr/>
          <a:lstStyle/>
          <a:p>
            <a:fld id="{5FF3941A-8195-4E1C-AD48-53675AE8B136}" type="slidenum">
              <a:rPr lang="en-US" altLang="ko-KR" smtClean="0"/>
              <a:pPr/>
              <a:t>18</a:t>
            </a:fld>
            <a:endParaRPr lang="en-US" altLang="ko-KR" dirty="0"/>
          </a:p>
        </p:txBody>
      </p:sp>
    </p:spTree>
    <p:extLst>
      <p:ext uri="{BB962C8B-B14F-4D97-AF65-F5344CB8AC3E}">
        <p14:creationId xmlns:p14="http://schemas.microsoft.com/office/powerpoint/2010/main" val="33548593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E50917A-890F-47B7-AB96-7B83D52E7A19}"/>
              </a:ext>
            </a:extLst>
          </p:cNvPr>
          <p:cNvSpPr>
            <a:spLocks noGrp="1"/>
          </p:cNvSpPr>
          <p:nvPr>
            <p:ph type="title"/>
          </p:nvPr>
        </p:nvSpPr>
        <p:spPr/>
        <p:txBody>
          <a:bodyPr/>
          <a:lstStyle/>
          <a:p>
            <a:r>
              <a:rPr lang="en-US" altLang="ko-KR" dirty="0" smtClean="0"/>
              <a:t>11. </a:t>
            </a:r>
            <a:r>
              <a:rPr lang="en-US" altLang="ko-KR" dirty="0"/>
              <a:t>Issues and Concerns</a:t>
            </a:r>
            <a:endParaRPr lang="ko-KR" altLang="en-US" dirty="0"/>
          </a:p>
        </p:txBody>
      </p:sp>
      <p:sp>
        <p:nvSpPr>
          <p:cNvPr id="3" name="내용 개체 틀 2">
            <a:extLst>
              <a:ext uri="{FF2B5EF4-FFF2-40B4-BE49-F238E27FC236}">
                <a16:creationId xmlns:a16="http://schemas.microsoft.com/office/drawing/2014/main" id="{AB86895F-60E8-4C8B-A40A-6F7256D6D01D}"/>
              </a:ext>
            </a:extLst>
          </p:cNvPr>
          <p:cNvSpPr>
            <a:spLocks noGrp="1"/>
          </p:cNvSpPr>
          <p:nvPr>
            <p:ph idx="1"/>
          </p:nvPr>
        </p:nvSpPr>
        <p:spPr/>
        <p:txBody>
          <a:bodyPr/>
          <a:lstStyle/>
          <a:p>
            <a:r>
              <a:rPr lang="en-US" altLang="ko-KR" dirty="0"/>
              <a:t>Step #01 Logic Test</a:t>
            </a:r>
          </a:p>
          <a:p>
            <a:pPr lvl="1"/>
            <a:r>
              <a:rPr lang="en-US" altLang="ko-KR" dirty="0"/>
              <a:t>Tests will be performed without KARI DTN nodes </a:t>
            </a:r>
          </a:p>
          <a:p>
            <a:r>
              <a:rPr lang="en-US" altLang="ko-KR" dirty="0"/>
              <a:t>Step #</a:t>
            </a:r>
            <a:r>
              <a:rPr lang="en-US" altLang="ko-KR" dirty="0" smtClean="0"/>
              <a:t>02 </a:t>
            </a:r>
            <a:r>
              <a:rPr lang="en-US" altLang="ko-KR" dirty="0"/>
              <a:t>Logic Test</a:t>
            </a:r>
          </a:p>
          <a:p>
            <a:pPr lvl="1"/>
            <a:r>
              <a:rPr lang="en-US" altLang="ko-KR" dirty="0"/>
              <a:t>Depends on KARI DTN nodes schedule</a:t>
            </a:r>
          </a:p>
        </p:txBody>
      </p:sp>
      <p:sp>
        <p:nvSpPr>
          <p:cNvPr id="4" name="슬라이드 번호 개체 틀 3">
            <a:extLst>
              <a:ext uri="{FF2B5EF4-FFF2-40B4-BE49-F238E27FC236}">
                <a16:creationId xmlns:a16="http://schemas.microsoft.com/office/drawing/2014/main" id="{678E5937-1EDA-4FF8-B73C-EEB7F51DBCE3}"/>
              </a:ext>
            </a:extLst>
          </p:cNvPr>
          <p:cNvSpPr>
            <a:spLocks noGrp="1"/>
          </p:cNvSpPr>
          <p:nvPr>
            <p:ph type="sldNum" sz="quarter" idx="4"/>
          </p:nvPr>
        </p:nvSpPr>
        <p:spPr/>
        <p:txBody>
          <a:bodyPr/>
          <a:lstStyle/>
          <a:p>
            <a:fld id="{5FF3941A-8195-4E1C-AD48-53675AE8B136}" type="slidenum">
              <a:rPr lang="en-US" altLang="ko-KR" smtClean="0"/>
              <a:pPr/>
              <a:t>19</a:t>
            </a:fld>
            <a:endParaRPr lang="en-US" altLang="ko-KR" dirty="0"/>
          </a:p>
        </p:txBody>
      </p:sp>
    </p:spTree>
    <p:extLst>
      <p:ext uri="{BB962C8B-B14F-4D97-AF65-F5344CB8AC3E}">
        <p14:creationId xmlns:p14="http://schemas.microsoft.com/office/powerpoint/2010/main" val="5067043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60F0CA8-9447-4248-8F00-05A30DE542DC}"/>
              </a:ext>
            </a:extLst>
          </p:cNvPr>
          <p:cNvSpPr>
            <a:spLocks noGrp="1"/>
          </p:cNvSpPr>
          <p:nvPr>
            <p:ph type="title"/>
          </p:nvPr>
        </p:nvSpPr>
        <p:spPr/>
        <p:txBody>
          <a:bodyPr/>
          <a:lstStyle/>
          <a:p>
            <a:r>
              <a:rPr lang="en-US" altLang="ko-KR" dirty="0" smtClean="0"/>
              <a:t>12. </a:t>
            </a:r>
            <a:r>
              <a:rPr lang="en-US" altLang="ko-KR" dirty="0"/>
              <a:t>Near Term Activities</a:t>
            </a:r>
            <a:endParaRPr lang="ko-KR" altLang="en-US" dirty="0"/>
          </a:p>
        </p:txBody>
      </p:sp>
      <p:sp>
        <p:nvSpPr>
          <p:cNvPr id="3" name="내용 개체 틀 2">
            <a:extLst>
              <a:ext uri="{FF2B5EF4-FFF2-40B4-BE49-F238E27FC236}">
                <a16:creationId xmlns:a16="http://schemas.microsoft.com/office/drawing/2014/main" id="{155C1BB6-A494-4A6E-8C2D-4A4779D219C6}"/>
              </a:ext>
            </a:extLst>
          </p:cNvPr>
          <p:cNvSpPr>
            <a:spLocks noGrp="1"/>
          </p:cNvSpPr>
          <p:nvPr>
            <p:ph idx="1"/>
          </p:nvPr>
        </p:nvSpPr>
        <p:spPr/>
        <p:txBody>
          <a:bodyPr/>
          <a:lstStyle/>
          <a:p>
            <a:r>
              <a:rPr lang="en-US" altLang="ko-KR" dirty="0"/>
              <a:t>Step #01 Interface Test</a:t>
            </a:r>
          </a:p>
          <a:p>
            <a:pPr lvl="1"/>
            <a:r>
              <a:rPr lang="en-US" altLang="ko-KR" dirty="0"/>
              <a:t>Scheduled on </a:t>
            </a:r>
            <a:r>
              <a:rPr lang="en-US" altLang="ko-KR" dirty="0" smtClean="0"/>
              <a:t>Sep. 10 ~ 11</a:t>
            </a:r>
            <a:endParaRPr lang="en-US" altLang="ko-KR" dirty="0"/>
          </a:p>
          <a:p>
            <a:r>
              <a:rPr lang="en-US" altLang="ko-KR" dirty="0"/>
              <a:t>Step #02 Logic </a:t>
            </a:r>
            <a:r>
              <a:rPr lang="en-US" altLang="ko-KR" dirty="0" smtClean="0"/>
              <a:t>Test</a:t>
            </a:r>
            <a:endParaRPr lang="en-US" altLang="ko-KR" dirty="0"/>
          </a:p>
          <a:p>
            <a:pPr lvl="1"/>
            <a:r>
              <a:rPr lang="en-US" altLang="ko-KR" dirty="0" smtClean="0"/>
              <a:t>TBD</a:t>
            </a:r>
            <a:endParaRPr lang="en-US" altLang="ko-KR" dirty="0"/>
          </a:p>
        </p:txBody>
      </p:sp>
      <p:sp>
        <p:nvSpPr>
          <p:cNvPr id="4" name="슬라이드 번호 개체 틀 3">
            <a:extLst>
              <a:ext uri="{FF2B5EF4-FFF2-40B4-BE49-F238E27FC236}">
                <a16:creationId xmlns:a16="http://schemas.microsoft.com/office/drawing/2014/main" id="{250E8D05-34B8-4168-9D91-DFE4064BE4F1}"/>
              </a:ext>
            </a:extLst>
          </p:cNvPr>
          <p:cNvSpPr>
            <a:spLocks noGrp="1"/>
          </p:cNvSpPr>
          <p:nvPr>
            <p:ph type="sldNum" sz="quarter" idx="4"/>
          </p:nvPr>
        </p:nvSpPr>
        <p:spPr/>
        <p:txBody>
          <a:bodyPr/>
          <a:lstStyle/>
          <a:p>
            <a:fld id="{5FF3941A-8195-4E1C-AD48-53675AE8B136}" type="slidenum">
              <a:rPr lang="en-US" altLang="ko-KR" smtClean="0"/>
              <a:pPr/>
              <a:t>20</a:t>
            </a:fld>
            <a:endParaRPr lang="en-US" altLang="ko-KR" dirty="0"/>
          </a:p>
        </p:txBody>
      </p:sp>
    </p:spTree>
    <p:extLst>
      <p:ext uri="{BB962C8B-B14F-4D97-AF65-F5344CB8AC3E}">
        <p14:creationId xmlns:p14="http://schemas.microsoft.com/office/powerpoint/2010/main" val="972767482"/>
      </p:ext>
    </p:extLst>
  </p:cSld>
  <p:clrMapOvr>
    <a:masterClrMapping/>
  </p:clrMapOvr>
</p:sld>
</file>

<file path=ppt/theme/theme1.xml><?xml version="1.0" encoding="utf-8"?>
<a:theme xmlns:a="http://schemas.openxmlformats.org/drawingml/2006/main" name="디자인 사용자 지정">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KPLO-Format_leesr" id="{07BAA916-ABC1-452B-8F76-0B88BB4833AB}" vid="{EA3A4FCC-6828-459E-B76C-A49EAF20197D}"/>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5535</TotalTime>
  <Words>1695</Words>
  <Application>Microsoft Office PowerPoint</Application>
  <PresentationFormat>화면 슬라이드 쇼(4:3)</PresentationFormat>
  <Paragraphs>636</Paragraphs>
  <Slides>20</Slides>
  <Notes>0</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20</vt:i4>
      </vt:variant>
    </vt:vector>
  </HeadingPairs>
  <TitlesOfParts>
    <vt:vector size="28" baseType="lpstr">
      <vt:lpstr>굴림</vt:lpstr>
      <vt:lpstr>돋움</vt:lpstr>
      <vt:lpstr>맑은 고딕</vt:lpstr>
      <vt:lpstr>Arial</vt:lpstr>
      <vt:lpstr>Book Antiqua</vt:lpstr>
      <vt:lpstr>Consolas</vt:lpstr>
      <vt:lpstr>Wingdings</vt:lpstr>
      <vt:lpstr>디자인 사용자 지정</vt:lpstr>
      <vt:lpstr>DTNPL ETB Test - TRR</vt:lpstr>
      <vt:lpstr>Agenda</vt:lpstr>
      <vt:lpstr>1. Objective</vt:lpstr>
      <vt:lpstr>2. Test Matrix</vt:lpstr>
      <vt:lpstr>3. Test Configuration (1/2)</vt:lpstr>
      <vt:lpstr>3. Test Configuration (2/2)</vt:lpstr>
      <vt:lpstr>4. Test Schedule</vt:lpstr>
      <vt:lpstr>5. Test Member</vt:lpstr>
      <vt:lpstr>6. Documentation Status</vt:lpstr>
      <vt:lpstr>7. TRS Summary</vt:lpstr>
      <vt:lpstr>8. Test Equipment Status (1/2)</vt:lpstr>
      <vt:lpstr>8. Test Equipment Status (2/2)</vt:lpstr>
      <vt:lpstr>9. Test SW &amp; APS Status</vt:lpstr>
      <vt:lpstr>10. Test ID &amp; Method (1/5)</vt:lpstr>
      <vt:lpstr>10. Test ID &amp; Method (2/5)</vt:lpstr>
      <vt:lpstr>10. Test ID &amp; Method (3/5)</vt:lpstr>
      <vt:lpstr>10. Test ID &amp; Method (4/5)</vt:lpstr>
      <vt:lpstr>10. Test ID &amp; Method (5/5)</vt:lpstr>
      <vt:lpstr>11. Issues and Concerns</vt:lpstr>
      <vt:lpstr>12. Near Term Activities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Mission System</dc:title>
  <dc:creator>석병석</dc:creator>
  <cp:lastModifiedBy>JHJo</cp:lastModifiedBy>
  <cp:revision>503</cp:revision>
  <cp:lastPrinted>2017-07-18T07:00:20Z</cp:lastPrinted>
  <dcterms:created xsi:type="dcterms:W3CDTF">2016-03-09T03:46:00Z</dcterms:created>
  <dcterms:modified xsi:type="dcterms:W3CDTF">2020-08-27T05:24:35Z</dcterms:modified>
</cp:coreProperties>
</file>