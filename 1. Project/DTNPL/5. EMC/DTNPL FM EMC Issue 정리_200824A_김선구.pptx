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23" r:id="rId2"/>
    <p:sldId id="813" r:id="rId3"/>
    <p:sldId id="812" r:id="rId4"/>
    <p:sldId id="825" r:id="rId5"/>
    <p:sldId id="823" r:id="rId6"/>
    <p:sldId id="826" r:id="rId7"/>
    <p:sldId id="827" r:id="rId8"/>
    <p:sldId id="828" r:id="rId9"/>
    <p:sldId id="829" r:id="rId10"/>
    <p:sldId id="830" r:id="rId11"/>
    <p:sldId id="824" r:id="rId1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2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6370" autoAdjust="0"/>
  </p:normalViewPr>
  <p:slideViewPr>
    <p:cSldViewPr snapToGrid="0">
      <p:cViewPr>
        <p:scale>
          <a:sx n="100" d="100"/>
          <a:sy n="100" d="100"/>
        </p:scale>
        <p:origin x="2226" y="402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19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18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107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419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470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450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97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110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341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486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9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10" Type="http://schemas.openxmlformats.org/officeDocument/2006/relationships/image" Target="../media/image33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DTNPL FM EMC Issue</a:t>
            </a: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’20.08.24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목차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Issue </a:t>
            </a:r>
            <a:r>
              <a:rPr lang="ko-KR" altLang="en-US" dirty="0">
                <a:sym typeface="Wingdings" panose="05000000000000000000" pitchFamily="2" charset="2"/>
              </a:rPr>
              <a:t>사항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검사 항목 </a:t>
            </a:r>
            <a:r>
              <a:rPr lang="en-US" altLang="ko-KR" dirty="0">
                <a:sym typeface="Wingdings" panose="05000000000000000000" pitchFamily="2" charset="2"/>
              </a:rPr>
              <a:t>Status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검사 항목 </a:t>
            </a:r>
            <a:r>
              <a:rPr lang="en-US" altLang="ko-KR" dirty="0">
                <a:sym typeface="Wingdings" panose="05000000000000000000" pitchFamily="2" charset="2"/>
              </a:rPr>
              <a:t>Status Matrix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결론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03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Issue </a:t>
            </a:r>
            <a:r>
              <a:rPr lang="ko-KR" altLang="en-US" dirty="0">
                <a:latin typeface="맑은 고딕" panose="020B0503020000020004" pitchFamily="50" charset="-127"/>
              </a:rPr>
              <a:t>사항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상황 정리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DTNPL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FM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EMC</a:t>
            </a:r>
            <a:r>
              <a:rPr lang="ko-KR" altLang="en-US" dirty="0">
                <a:sym typeface="Wingdings" panose="05000000000000000000" pitchFamily="2" charset="2"/>
              </a:rPr>
              <a:t> 시험 진행 </a:t>
            </a:r>
            <a:r>
              <a:rPr lang="en-US" altLang="ko-KR" dirty="0">
                <a:sym typeface="Wingdings" panose="05000000000000000000" pitchFamily="2" charset="2"/>
              </a:rPr>
              <a:t>(20.08.05 ~ 20.08.07)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Bonding / Isolation Resistance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Conducted Emission, Time Domain, Current &amp; Voltage Ripple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Conducted Emission ,Time Domain, Inrush Current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Conducted Emission, Frequency Domain, Power Lines, 30Hz ~ 50MHz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Conducted Emission Frequency Domain, Signal Line, 10kHz ~ 50MHz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Radiated Emission, magnetic field, 30Hz ~ 100kHz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Radiated Emission, Electric filed, 10kHz ~ 18GHz</a:t>
            </a: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각 항목에 대한 세부항목 및 </a:t>
            </a:r>
            <a:r>
              <a:rPr lang="en-US" altLang="ko-KR" dirty="0">
                <a:sym typeface="Wingdings" panose="05000000000000000000" pitchFamily="2" charset="2"/>
              </a:rPr>
              <a:t>PASS / FAIL </a:t>
            </a:r>
            <a:r>
              <a:rPr lang="ko-KR" altLang="en-US" dirty="0">
                <a:sym typeface="Wingdings" panose="05000000000000000000" pitchFamily="2" charset="2"/>
              </a:rPr>
              <a:t>여부는 뒷장 참조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88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검사 항목 </a:t>
            </a:r>
            <a:r>
              <a:rPr lang="en-US" altLang="ko-KR" dirty="0">
                <a:sym typeface="Wingdings" panose="05000000000000000000" pitchFamily="2" charset="2"/>
              </a:rPr>
              <a:t>Status Matrix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D75F81-05A0-4B47-B5B7-E5643798A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2" y="1423280"/>
            <a:ext cx="9018165" cy="46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4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Bonding / Isolation Resistance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Conducted Emission, Time Domain, Current &amp; Voltage Ripple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Conducted Emission ,Time Domain, Inrush Current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Conducted Emission, Frequency Domain, Power Lines, 30Hz ~ 50MHz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Conducted Emission Frequency Domain, Signal Line, 10kHz ~ 50MHz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Radiated Emission, magnetic field, 30Hz ~ 100kHz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Radiated Emission, Electric filed, 10kHz ~ 18GHz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4310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Conducted Emission, Frequency Domain, Power Lines, 30Hz ~ 50MHz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495269E-80AC-4DCE-A80D-5CD77CB804F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393" y="3131527"/>
            <a:ext cx="4338638" cy="139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8B8611-2A2F-41AC-AABE-85CEFDD7067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393" y="1594734"/>
            <a:ext cx="4338638" cy="139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225DC9-6382-4E8E-81AE-E4EE7165B91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393" y="4879094"/>
            <a:ext cx="4338638" cy="139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78BB70-4AA0-4BA1-AF7B-22E9528C3F2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2" y="1637523"/>
            <a:ext cx="3821089" cy="12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4CA1E1C-D67A-4619-8D89-A4F21B23A05A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46" y="3216666"/>
            <a:ext cx="3821089" cy="12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63C6E28-B09E-4717-82A6-6FD0A5090615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8" y="4931944"/>
            <a:ext cx="3945397" cy="1393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02DF42-4952-465D-9894-2EDF91FBA6B4}"/>
              </a:ext>
            </a:extLst>
          </p:cNvPr>
          <p:cNvSpPr txBox="1"/>
          <p:nvPr/>
        </p:nvSpPr>
        <p:spPr>
          <a:xfrm>
            <a:off x="7452763" y="3066348"/>
            <a:ext cx="143257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DM_RTN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8EC7E-1C15-4913-B124-2AA24461D50A}"/>
              </a:ext>
            </a:extLst>
          </p:cNvPr>
          <p:cNvSpPr txBox="1"/>
          <p:nvPr/>
        </p:nvSpPr>
        <p:spPr>
          <a:xfrm>
            <a:off x="8169049" y="4796581"/>
            <a:ext cx="66396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CM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6FFB5-6B2C-479A-9FED-49C89339B00E}"/>
              </a:ext>
            </a:extLst>
          </p:cNvPr>
          <p:cNvSpPr txBox="1"/>
          <p:nvPr/>
        </p:nvSpPr>
        <p:spPr>
          <a:xfrm>
            <a:off x="7412313" y="1486573"/>
            <a:ext cx="146867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DM_HOT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5F78F38-5976-441E-A59D-1E3A9628C55F}"/>
              </a:ext>
            </a:extLst>
          </p:cNvPr>
          <p:cNvSpPr/>
          <p:nvPr/>
        </p:nvSpPr>
        <p:spPr bwMode="auto">
          <a:xfrm>
            <a:off x="3615655" y="2097248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E65460-DB39-4651-B6C4-C4AC10FAB057}"/>
              </a:ext>
            </a:extLst>
          </p:cNvPr>
          <p:cNvSpPr txBox="1"/>
          <p:nvPr/>
        </p:nvSpPr>
        <p:spPr>
          <a:xfrm>
            <a:off x="3460212" y="1800913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ECB14-A465-4681-A9E9-5E31C5460BBD}"/>
              </a:ext>
            </a:extLst>
          </p:cNvPr>
          <p:cNvSpPr txBox="1"/>
          <p:nvPr/>
        </p:nvSpPr>
        <p:spPr>
          <a:xfrm>
            <a:off x="4362780" y="1789471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3E9E9FB-4D0B-4D51-9355-D6F586149B1F}"/>
              </a:ext>
            </a:extLst>
          </p:cNvPr>
          <p:cNvSpPr/>
          <p:nvPr/>
        </p:nvSpPr>
        <p:spPr bwMode="auto">
          <a:xfrm>
            <a:off x="3583140" y="3736777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B3F0C8-2CC4-4DA8-B954-65D9BC863388}"/>
              </a:ext>
            </a:extLst>
          </p:cNvPr>
          <p:cNvSpPr txBox="1"/>
          <p:nvPr/>
        </p:nvSpPr>
        <p:spPr>
          <a:xfrm>
            <a:off x="3427697" y="3440442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2A72A1-7C1E-448C-AFF9-8538AF4DDBE2}"/>
              </a:ext>
            </a:extLst>
          </p:cNvPr>
          <p:cNvSpPr txBox="1"/>
          <p:nvPr/>
        </p:nvSpPr>
        <p:spPr>
          <a:xfrm>
            <a:off x="4330265" y="3429000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B947F78-C23A-4BF4-B51A-FEB248FF5BAA}"/>
              </a:ext>
            </a:extLst>
          </p:cNvPr>
          <p:cNvSpPr/>
          <p:nvPr/>
        </p:nvSpPr>
        <p:spPr bwMode="auto">
          <a:xfrm>
            <a:off x="3661943" y="5468462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C2AFD8-CD7D-4032-BA51-62C9E78EA74C}"/>
              </a:ext>
            </a:extLst>
          </p:cNvPr>
          <p:cNvSpPr txBox="1"/>
          <p:nvPr/>
        </p:nvSpPr>
        <p:spPr>
          <a:xfrm>
            <a:off x="3506500" y="5172127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B3943A-69CB-48B2-8D55-227AB1A737DC}"/>
              </a:ext>
            </a:extLst>
          </p:cNvPr>
          <p:cNvSpPr txBox="1"/>
          <p:nvPr/>
        </p:nvSpPr>
        <p:spPr>
          <a:xfrm>
            <a:off x="4409068" y="5160685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45017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Conducted Emission Frequency Domain, Signal Line, 10kHz ~ 50MHz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666EB3-16DA-4E8F-A32B-4F4D91C1E4E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980" y="2629721"/>
            <a:ext cx="3766658" cy="17744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7B3A6710-CF09-43B2-A3CF-FE56B7B3A161}"/>
              </a:ext>
            </a:extLst>
          </p:cNvPr>
          <p:cNvSpPr/>
          <p:nvPr/>
        </p:nvSpPr>
        <p:spPr bwMode="auto">
          <a:xfrm>
            <a:off x="4000021" y="3429000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860694-B859-4B7C-936F-CD5943EFA4DE}"/>
              </a:ext>
            </a:extLst>
          </p:cNvPr>
          <p:cNvSpPr txBox="1"/>
          <p:nvPr/>
        </p:nvSpPr>
        <p:spPr>
          <a:xfrm>
            <a:off x="3844578" y="3132665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FF527-F190-4457-A9CA-16DAA93C5486}"/>
              </a:ext>
            </a:extLst>
          </p:cNvPr>
          <p:cNvSpPr txBox="1"/>
          <p:nvPr/>
        </p:nvSpPr>
        <p:spPr>
          <a:xfrm>
            <a:off x="4747146" y="3121223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DA5584C-D3BE-48D4-9F1C-B44EFF2159C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2" y="2728665"/>
            <a:ext cx="3431309" cy="16755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138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Radiated Emission, magnetic field, 30Hz ~ 100kHz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397480-EA13-4BCE-B907-C0D3921BCFE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421" y="1615207"/>
            <a:ext cx="4335578" cy="122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3CCB761-B630-4A8F-BA16-35C9A8F503A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421" y="2758057"/>
            <a:ext cx="4335578" cy="122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CF95E5-7E23-4F56-A32F-6481E502EBC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421" y="3895230"/>
            <a:ext cx="4335578" cy="122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49FC6B-350C-48B4-9B39-4B6A24B2F05B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421" y="5081787"/>
            <a:ext cx="4335578" cy="12222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D20F15-6AAB-4969-AE89-A721A4CD50B1}"/>
              </a:ext>
            </a:extLst>
          </p:cNvPr>
          <p:cNvSpPr txBox="1"/>
          <p:nvPr/>
        </p:nvSpPr>
        <p:spPr>
          <a:xfrm>
            <a:off x="8229869" y="1827445"/>
            <a:ext cx="51007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B5EA1-79F0-4DFD-92F7-9934D8739F6E}"/>
              </a:ext>
            </a:extLst>
          </p:cNvPr>
          <p:cNvSpPr txBox="1"/>
          <p:nvPr/>
        </p:nvSpPr>
        <p:spPr>
          <a:xfrm>
            <a:off x="8229869" y="2963819"/>
            <a:ext cx="58060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+X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AF1BE-08E5-4477-8685-36D0C0563E0A}"/>
              </a:ext>
            </a:extLst>
          </p:cNvPr>
          <p:cNvSpPr txBox="1"/>
          <p:nvPr/>
        </p:nvSpPr>
        <p:spPr>
          <a:xfrm>
            <a:off x="8316431" y="4123457"/>
            <a:ext cx="40748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Y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2BB59D-4A33-4901-8728-B16A5AAA9A6B}"/>
              </a:ext>
            </a:extLst>
          </p:cNvPr>
          <p:cNvSpPr txBox="1"/>
          <p:nvPr/>
        </p:nvSpPr>
        <p:spPr>
          <a:xfrm>
            <a:off x="8376116" y="5331269"/>
            <a:ext cx="37221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Z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EFB59DD-E994-4E38-89C5-796E3C81DB91}"/>
              </a:ext>
            </a:extLst>
          </p:cNvPr>
          <p:cNvSpPr/>
          <p:nvPr/>
        </p:nvSpPr>
        <p:spPr bwMode="auto">
          <a:xfrm>
            <a:off x="3899468" y="2193126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54ECF8-913D-4C1C-A9AE-4D17817F9906}"/>
              </a:ext>
            </a:extLst>
          </p:cNvPr>
          <p:cNvSpPr txBox="1"/>
          <p:nvPr/>
        </p:nvSpPr>
        <p:spPr>
          <a:xfrm>
            <a:off x="3744025" y="1896791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1D5F5-B9CE-457E-821C-068E55195067}"/>
              </a:ext>
            </a:extLst>
          </p:cNvPr>
          <p:cNvSpPr txBox="1"/>
          <p:nvPr/>
        </p:nvSpPr>
        <p:spPr>
          <a:xfrm>
            <a:off x="4646593" y="1885349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39791A5-29DE-4FA7-90BE-9E7A2D1FDB56}"/>
              </a:ext>
            </a:extLst>
          </p:cNvPr>
          <p:cNvSpPr/>
          <p:nvPr/>
        </p:nvSpPr>
        <p:spPr bwMode="auto">
          <a:xfrm>
            <a:off x="3899468" y="3282805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A5E8B7-9506-48E9-824B-2661C051B5FB}"/>
              </a:ext>
            </a:extLst>
          </p:cNvPr>
          <p:cNvSpPr txBox="1"/>
          <p:nvPr/>
        </p:nvSpPr>
        <p:spPr>
          <a:xfrm>
            <a:off x="3744025" y="2986470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10DADB-02E6-4FED-AFBE-E5CA156F9A69}"/>
              </a:ext>
            </a:extLst>
          </p:cNvPr>
          <p:cNvSpPr txBox="1"/>
          <p:nvPr/>
        </p:nvSpPr>
        <p:spPr>
          <a:xfrm>
            <a:off x="4646593" y="2975028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54E25E0-50DF-412F-BB17-313CA1FEBCFA}"/>
              </a:ext>
            </a:extLst>
          </p:cNvPr>
          <p:cNvSpPr/>
          <p:nvPr/>
        </p:nvSpPr>
        <p:spPr bwMode="auto">
          <a:xfrm>
            <a:off x="3821988" y="4474827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084BD-C934-4601-A4F6-F00068B6D8D4}"/>
              </a:ext>
            </a:extLst>
          </p:cNvPr>
          <p:cNvSpPr txBox="1"/>
          <p:nvPr/>
        </p:nvSpPr>
        <p:spPr>
          <a:xfrm>
            <a:off x="3666545" y="4178492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07F18-32DE-453A-B563-6F8425575CD2}"/>
              </a:ext>
            </a:extLst>
          </p:cNvPr>
          <p:cNvSpPr txBox="1"/>
          <p:nvPr/>
        </p:nvSpPr>
        <p:spPr>
          <a:xfrm>
            <a:off x="4569113" y="4167050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F0A1333-F3FA-4ED4-95D9-6E53CDE42732}"/>
              </a:ext>
            </a:extLst>
          </p:cNvPr>
          <p:cNvSpPr/>
          <p:nvPr/>
        </p:nvSpPr>
        <p:spPr bwMode="auto">
          <a:xfrm>
            <a:off x="3821988" y="5628638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C24DF2-2D78-4189-ADE2-40835BD648C0}"/>
              </a:ext>
            </a:extLst>
          </p:cNvPr>
          <p:cNvSpPr txBox="1"/>
          <p:nvPr/>
        </p:nvSpPr>
        <p:spPr>
          <a:xfrm>
            <a:off x="3666545" y="5332303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30EA26-B157-4258-942F-B2F9737D463D}"/>
              </a:ext>
            </a:extLst>
          </p:cNvPr>
          <p:cNvSpPr txBox="1"/>
          <p:nvPr/>
        </p:nvSpPr>
        <p:spPr>
          <a:xfrm>
            <a:off x="4569113" y="5320861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F8F598F-AD3B-4C6E-A0BD-91B3B5D37EBF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8827"/>
            <a:ext cx="3769742" cy="106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7799AED-C8F5-4204-9F23-EAD12D8E8D5E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7" y="2917333"/>
            <a:ext cx="3769742" cy="106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074D838-283B-482F-91AD-A7E21B502513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68844"/>
            <a:ext cx="3769742" cy="106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E5D7217-5728-4B41-97E2-28411C7A1A05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7" y="5247165"/>
            <a:ext cx="3635532" cy="1068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36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Radiated Emission, Electric filed, 10kHz ~ 18GHz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EF5612-2754-4121-A768-E78DB10A21D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615" y="1561320"/>
            <a:ext cx="4128913" cy="143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B1F54E-B2F5-4222-A11A-F22D609A056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615" y="3144025"/>
            <a:ext cx="4128913" cy="143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6D9752F-68E7-4152-A9C2-870AC187EEB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615" y="4733133"/>
            <a:ext cx="4128913" cy="14395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A2FBA2-5DFC-4A2B-8198-BFF75CABEA41}"/>
              </a:ext>
            </a:extLst>
          </p:cNvPr>
          <p:cNvSpPr txBox="1"/>
          <p:nvPr/>
        </p:nvSpPr>
        <p:spPr>
          <a:xfrm>
            <a:off x="4974303" y="1450211"/>
            <a:ext cx="350403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10kHz ~ 30MHz (Vertical)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79D590-021F-44E9-A231-08D024DE0417}"/>
              </a:ext>
            </a:extLst>
          </p:cNvPr>
          <p:cNvSpPr txBox="1"/>
          <p:nvPr/>
        </p:nvSpPr>
        <p:spPr>
          <a:xfrm>
            <a:off x="5006329" y="2802084"/>
            <a:ext cx="377815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30MHz ~ 200MHz (Vertical)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984E2-7ACB-488D-BD8D-F0DEA1F550C8}"/>
              </a:ext>
            </a:extLst>
          </p:cNvPr>
          <p:cNvSpPr txBox="1"/>
          <p:nvPr/>
        </p:nvSpPr>
        <p:spPr>
          <a:xfrm>
            <a:off x="5006329" y="4610198"/>
            <a:ext cx="413767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30MHz ~ 200MHz (Horizontal)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CD9BE0C-C991-4A09-83B0-9D612B654FB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8" y="1722927"/>
            <a:ext cx="3664863" cy="127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F9C9F-EA6A-48A5-910A-650A6F37D4D1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14" y="3156252"/>
            <a:ext cx="3664863" cy="127799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7992EC76-6297-405C-B046-A75DB186261E}"/>
              </a:ext>
            </a:extLst>
          </p:cNvPr>
          <p:cNvSpPr/>
          <p:nvPr/>
        </p:nvSpPr>
        <p:spPr bwMode="auto">
          <a:xfrm>
            <a:off x="3737612" y="5363471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B1D7EF-B172-49A8-971D-A0C2CC5AAA99}"/>
              </a:ext>
            </a:extLst>
          </p:cNvPr>
          <p:cNvSpPr txBox="1"/>
          <p:nvPr/>
        </p:nvSpPr>
        <p:spPr>
          <a:xfrm>
            <a:off x="3582169" y="5067136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41DFCB-21C8-48FB-8540-BBC0FB4B1E4D}"/>
              </a:ext>
            </a:extLst>
          </p:cNvPr>
          <p:cNvSpPr txBox="1"/>
          <p:nvPr/>
        </p:nvSpPr>
        <p:spPr>
          <a:xfrm>
            <a:off x="4484737" y="5055694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2F39EF-53AC-4768-B92F-155A45F54A6D}"/>
              </a:ext>
            </a:extLst>
          </p:cNvPr>
          <p:cNvSpPr/>
          <p:nvPr/>
        </p:nvSpPr>
        <p:spPr bwMode="auto">
          <a:xfrm>
            <a:off x="3700532" y="3716323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0D94B-E789-497F-9183-03BAFA1F5A78}"/>
              </a:ext>
            </a:extLst>
          </p:cNvPr>
          <p:cNvSpPr txBox="1"/>
          <p:nvPr/>
        </p:nvSpPr>
        <p:spPr>
          <a:xfrm>
            <a:off x="3545089" y="3419988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4F75FA-F76E-4070-8FAA-CC0C0E1B0164}"/>
              </a:ext>
            </a:extLst>
          </p:cNvPr>
          <p:cNvSpPr txBox="1"/>
          <p:nvPr/>
        </p:nvSpPr>
        <p:spPr>
          <a:xfrm>
            <a:off x="4447657" y="3408546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458959A7-23EF-48E1-9232-AE0B416DAAF7}"/>
              </a:ext>
            </a:extLst>
          </p:cNvPr>
          <p:cNvSpPr/>
          <p:nvPr/>
        </p:nvSpPr>
        <p:spPr bwMode="auto">
          <a:xfrm>
            <a:off x="3700532" y="2204611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132B22-91A8-4001-9E81-C1E14DD311B7}"/>
              </a:ext>
            </a:extLst>
          </p:cNvPr>
          <p:cNvSpPr txBox="1"/>
          <p:nvPr/>
        </p:nvSpPr>
        <p:spPr>
          <a:xfrm>
            <a:off x="3545089" y="1908276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07394F-8150-4582-8FF0-5B3CC999A2FC}"/>
              </a:ext>
            </a:extLst>
          </p:cNvPr>
          <p:cNvSpPr txBox="1"/>
          <p:nvPr/>
        </p:nvSpPr>
        <p:spPr>
          <a:xfrm>
            <a:off x="4447657" y="1896834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706AC0F-29FF-496F-9D85-1B0A3D3459D4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66" y="4610198"/>
            <a:ext cx="3545089" cy="14621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694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시험 전 후 비교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계속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Radiated Emission, Electric filed, 10kHz ~ 18GHz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42946D-3D0C-494A-A873-E9837F6A6F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90" y="1611103"/>
            <a:ext cx="3514987" cy="113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928480-C804-4B86-B64B-765470BFF97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9" y="2823097"/>
            <a:ext cx="3514987" cy="113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595166-B797-40B6-B282-26552C0960E9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4058796"/>
            <a:ext cx="3514987" cy="113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B3C57CB-48E2-488B-AD9F-D4E38D0BE6B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7" y="5270790"/>
            <a:ext cx="3514987" cy="11324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589A02-CE33-448C-A755-7FFB85C537D5}"/>
              </a:ext>
            </a:extLst>
          </p:cNvPr>
          <p:cNvSpPr txBox="1"/>
          <p:nvPr/>
        </p:nvSpPr>
        <p:spPr>
          <a:xfrm>
            <a:off x="5256346" y="1736863"/>
            <a:ext cx="357296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200MHz ~ 1GHz (Vertical)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0B43A-CD22-4EF3-9EAC-F269111DDE2C}"/>
              </a:ext>
            </a:extLst>
          </p:cNvPr>
          <p:cNvSpPr txBox="1"/>
          <p:nvPr/>
        </p:nvSpPr>
        <p:spPr>
          <a:xfrm>
            <a:off x="5288372" y="3985559"/>
            <a:ext cx="33677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1GHz ~ 18GHz (Vertical)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B57DD-0751-4F59-83F2-6BD86464AC2D}"/>
              </a:ext>
            </a:extLst>
          </p:cNvPr>
          <p:cNvSpPr txBox="1"/>
          <p:nvPr/>
        </p:nvSpPr>
        <p:spPr>
          <a:xfrm>
            <a:off x="5288372" y="4896850"/>
            <a:ext cx="372730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1GHz ~ 18GHz (Horizontal)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276BC-3422-4705-B252-6DF0A247FB06}"/>
              </a:ext>
            </a:extLst>
          </p:cNvPr>
          <p:cNvSpPr txBox="1"/>
          <p:nvPr/>
        </p:nvSpPr>
        <p:spPr>
          <a:xfrm>
            <a:off x="5256346" y="2861211"/>
            <a:ext cx="3932487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200MHz ~ 1GHz (Horizontal)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8B42E67-3390-4796-A33F-FBA64957C4D0}"/>
              </a:ext>
            </a:extLst>
          </p:cNvPr>
          <p:cNvSpPr/>
          <p:nvPr/>
        </p:nvSpPr>
        <p:spPr bwMode="auto">
          <a:xfrm>
            <a:off x="4309450" y="5788608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9F76D4-9573-4E3E-A944-E71E461289D8}"/>
              </a:ext>
            </a:extLst>
          </p:cNvPr>
          <p:cNvSpPr txBox="1"/>
          <p:nvPr/>
        </p:nvSpPr>
        <p:spPr>
          <a:xfrm>
            <a:off x="4154007" y="5492273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B94150-160F-4B65-95C6-8A0B2B0165F0}"/>
              </a:ext>
            </a:extLst>
          </p:cNvPr>
          <p:cNvSpPr txBox="1"/>
          <p:nvPr/>
        </p:nvSpPr>
        <p:spPr>
          <a:xfrm>
            <a:off x="5056575" y="5480831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7AD6D5AE-D6DA-45AF-8A36-A46A3D02A67F}"/>
              </a:ext>
            </a:extLst>
          </p:cNvPr>
          <p:cNvSpPr/>
          <p:nvPr/>
        </p:nvSpPr>
        <p:spPr bwMode="auto">
          <a:xfrm>
            <a:off x="4231970" y="4646567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F2ADF3-5926-4805-B273-E7CEA3B7EB2F}"/>
              </a:ext>
            </a:extLst>
          </p:cNvPr>
          <p:cNvSpPr txBox="1"/>
          <p:nvPr/>
        </p:nvSpPr>
        <p:spPr>
          <a:xfrm>
            <a:off x="4076527" y="4350232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DEEC0B-0EE4-4001-9499-742D67F645FC}"/>
              </a:ext>
            </a:extLst>
          </p:cNvPr>
          <p:cNvSpPr txBox="1"/>
          <p:nvPr/>
        </p:nvSpPr>
        <p:spPr>
          <a:xfrm>
            <a:off x="4979095" y="4338790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64DF711-0192-4937-86BF-2EAE3A115F9E}"/>
              </a:ext>
            </a:extLst>
          </p:cNvPr>
          <p:cNvSpPr/>
          <p:nvPr/>
        </p:nvSpPr>
        <p:spPr bwMode="auto">
          <a:xfrm>
            <a:off x="4255751" y="3326454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6CD1D8-CBF4-465C-B732-CB4DF5372879}"/>
              </a:ext>
            </a:extLst>
          </p:cNvPr>
          <p:cNvSpPr txBox="1"/>
          <p:nvPr/>
        </p:nvSpPr>
        <p:spPr>
          <a:xfrm>
            <a:off x="4100308" y="3030119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1F303A-23BF-45D2-BD27-EB115A3238D7}"/>
              </a:ext>
            </a:extLst>
          </p:cNvPr>
          <p:cNvSpPr txBox="1"/>
          <p:nvPr/>
        </p:nvSpPr>
        <p:spPr>
          <a:xfrm>
            <a:off x="5002876" y="3018677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DCBD8EDA-C34D-4C1C-BF21-FFA767A0126A}"/>
              </a:ext>
            </a:extLst>
          </p:cNvPr>
          <p:cNvSpPr/>
          <p:nvPr/>
        </p:nvSpPr>
        <p:spPr bwMode="auto">
          <a:xfrm>
            <a:off x="4141309" y="2273582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97F742-1F52-4481-9E36-B9106F50D4CD}"/>
              </a:ext>
            </a:extLst>
          </p:cNvPr>
          <p:cNvSpPr txBox="1"/>
          <p:nvPr/>
        </p:nvSpPr>
        <p:spPr>
          <a:xfrm>
            <a:off x="3985866" y="1977247"/>
            <a:ext cx="6735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Before</a:t>
            </a:r>
            <a:endParaRPr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DCE356-A338-4731-9C29-6198A852B2FF}"/>
              </a:ext>
            </a:extLst>
          </p:cNvPr>
          <p:cNvSpPr txBox="1"/>
          <p:nvPr/>
        </p:nvSpPr>
        <p:spPr>
          <a:xfrm>
            <a:off x="4888434" y="1965805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After</a:t>
            </a:r>
            <a:endParaRPr lang="ko-KR" altLang="en-US" sz="140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12583470-6BE3-4C83-A8F1-424FB3778338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40" y="1628050"/>
            <a:ext cx="3989668" cy="1140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089F43B2-1121-4D43-AEFF-64637B3B0EE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683" y="2818849"/>
            <a:ext cx="3989668" cy="1140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ADC696D-42AF-443F-9434-A3F767099EB3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1" y="5191606"/>
            <a:ext cx="3989668" cy="1140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7409B12A-9888-407E-96FD-251A1EC6A7BC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40" y="4050300"/>
            <a:ext cx="3989668" cy="11409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421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결론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결론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아래와 같이 환경 변경하여 시험 진행 시 </a:t>
            </a:r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특성 좋아짐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E26DBD-CC5D-4549-B596-641F91E05E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4" t="37650" r="18645" b="7992"/>
          <a:stretch/>
        </p:blipFill>
        <p:spPr>
          <a:xfrm>
            <a:off x="643244" y="2643669"/>
            <a:ext cx="3712576" cy="2013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F40A3D-4E25-4381-883B-4D8D189FD81D}"/>
              </a:ext>
            </a:extLst>
          </p:cNvPr>
          <p:cNvSpPr txBox="1"/>
          <p:nvPr/>
        </p:nvSpPr>
        <p:spPr>
          <a:xfrm>
            <a:off x="1988815" y="1900287"/>
            <a:ext cx="102143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Before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6C960-8F47-42C9-826F-37E36EEF3041}"/>
              </a:ext>
            </a:extLst>
          </p:cNvPr>
          <p:cNvSpPr txBox="1"/>
          <p:nvPr/>
        </p:nvSpPr>
        <p:spPr>
          <a:xfrm>
            <a:off x="6571864" y="1881760"/>
            <a:ext cx="83388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After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846633-2295-4445-9F10-D8BF419A1C88}"/>
              </a:ext>
            </a:extLst>
          </p:cNvPr>
          <p:cNvCxnSpPr>
            <a:cxnSpLocks/>
          </p:cNvCxnSpPr>
          <p:nvPr/>
        </p:nvCxnSpPr>
        <p:spPr>
          <a:xfrm>
            <a:off x="1679343" y="3551057"/>
            <a:ext cx="0" cy="3163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68F1C37-8C81-444C-B9DC-9E58999A1E38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679344" y="3867365"/>
            <a:ext cx="1205668" cy="217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47F6049A-D4CD-4F3F-BD12-44E2E9C1BD69}"/>
              </a:ext>
            </a:extLst>
          </p:cNvPr>
          <p:cNvSpPr/>
          <p:nvPr/>
        </p:nvSpPr>
        <p:spPr>
          <a:xfrm>
            <a:off x="1651814" y="3550664"/>
            <a:ext cx="55059" cy="54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5F4E3B2-A68E-4D8C-872C-B4081EE56A73}"/>
              </a:ext>
            </a:extLst>
          </p:cNvPr>
          <p:cNvSpPr/>
          <p:nvPr/>
        </p:nvSpPr>
        <p:spPr>
          <a:xfrm>
            <a:off x="2885012" y="3840083"/>
            <a:ext cx="55059" cy="54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D4B10F-E9C8-4853-8FB3-190BC24A47E7}"/>
              </a:ext>
            </a:extLst>
          </p:cNvPr>
          <p:cNvSpPr txBox="1"/>
          <p:nvPr/>
        </p:nvSpPr>
        <p:spPr>
          <a:xfrm>
            <a:off x="836309" y="4767428"/>
            <a:ext cx="3485249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en-US" altLang="ko-KR" baseline="30000" dirty="0">
                <a:solidFill>
                  <a:srgbClr val="FF0000"/>
                </a:solidFill>
              </a:rPr>
              <a:t>st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–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en-US" altLang="ko-KR" baseline="30000" dirty="0">
                <a:solidFill>
                  <a:srgbClr val="FF0000"/>
                </a:solidFill>
              </a:rPr>
              <a:t>nd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GND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Debug Con J03 </a:t>
            </a:r>
            <a:r>
              <a:rPr lang="ko-KR" altLang="en-US" dirty="0">
                <a:solidFill>
                  <a:srgbClr val="FF0000"/>
                </a:solidFill>
              </a:rPr>
              <a:t>으로 연결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972EB51-9B29-43A2-9355-F348FD0FAC19}"/>
              </a:ext>
            </a:extLst>
          </p:cNvPr>
          <p:cNvSpPr/>
          <p:nvPr/>
        </p:nvSpPr>
        <p:spPr bwMode="auto">
          <a:xfrm>
            <a:off x="3967992" y="2038524"/>
            <a:ext cx="1191237" cy="176169"/>
          </a:xfrm>
          <a:prstGeom prst="rightArrow">
            <a:avLst/>
          </a:prstGeom>
          <a:solidFill>
            <a:schemeClr val="accent2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5FCABE2-9CA6-4427-A6CA-5DD10B836F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4" t="37650" r="18645" b="7992"/>
          <a:stretch/>
        </p:blipFill>
        <p:spPr>
          <a:xfrm>
            <a:off x="4977119" y="2643669"/>
            <a:ext cx="3712576" cy="201335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782DF97-3765-4713-A893-C32841FB50F3}"/>
              </a:ext>
            </a:extLst>
          </p:cNvPr>
          <p:cNvCxnSpPr>
            <a:cxnSpLocks/>
          </p:cNvCxnSpPr>
          <p:nvPr/>
        </p:nvCxnSpPr>
        <p:spPr>
          <a:xfrm>
            <a:off x="5570306" y="3551057"/>
            <a:ext cx="0" cy="44301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F714967-A702-4BAC-834C-A031AE61CAB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570307" y="3994071"/>
            <a:ext cx="1917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D3CAA032-4E18-456C-A2F8-B9C555002656}"/>
              </a:ext>
            </a:extLst>
          </p:cNvPr>
          <p:cNvSpPr/>
          <p:nvPr/>
        </p:nvSpPr>
        <p:spPr>
          <a:xfrm>
            <a:off x="5542777" y="3550664"/>
            <a:ext cx="55059" cy="54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D500F26-4CB1-4733-87C5-37F1526DD205}"/>
              </a:ext>
            </a:extLst>
          </p:cNvPr>
          <p:cNvSpPr/>
          <p:nvPr/>
        </p:nvSpPr>
        <p:spPr>
          <a:xfrm>
            <a:off x="5762063" y="3966789"/>
            <a:ext cx="55059" cy="54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83ACC0-1961-4A75-8803-425CE7C111E4}"/>
              </a:ext>
            </a:extLst>
          </p:cNvPr>
          <p:cNvSpPr txBox="1"/>
          <p:nvPr/>
        </p:nvSpPr>
        <p:spPr>
          <a:xfrm>
            <a:off x="5542777" y="4841232"/>
            <a:ext cx="2486578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en-US" altLang="ko-KR" baseline="30000" dirty="0">
                <a:solidFill>
                  <a:srgbClr val="FF0000"/>
                </a:solidFill>
              </a:rPr>
              <a:t>st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–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 err="1">
                <a:solidFill>
                  <a:srgbClr val="FF0000"/>
                </a:solidFill>
              </a:rPr>
              <a:t>Chassie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GND</a:t>
            </a: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외부 연결</a:t>
            </a:r>
          </a:p>
        </p:txBody>
      </p:sp>
    </p:spTree>
    <p:extLst>
      <p:ext uri="{BB962C8B-B14F-4D97-AF65-F5344CB8AC3E}">
        <p14:creationId xmlns:p14="http://schemas.microsoft.com/office/powerpoint/2010/main" val="306193677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42780</TotalTime>
  <Words>402</Words>
  <Application>Microsoft Office PowerPoint</Application>
  <PresentationFormat>화면 슬라이드 쇼(4:3)</PresentationFormat>
  <Paragraphs>226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굴림</vt:lpstr>
      <vt:lpstr>맑은 고딕</vt:lpstr>
      <vt:lpstr>Arial</vt:lpstr>
      <vt:lpstr>Arial Black</vt:lpstr>
      <vt:lpstr>Times New Roman</vt:lpstr>
      <vt:lpstr>Wingdings</vt:lpstr>
      <vt:lpstr>기본 디자인</vt:lpstr>
      <vt:lpstr>DTNPL FM EMC Issue   ’20.08.24 Lumir</vt:lpstr>
      <vt:lpstr>목차</vt:lpstr>
      <vt:lpstr>Issue 사항</vt:lpstr>
      <vt:lpstr>EMC 검사 항목 Status Matrix</vt:lpstr>
      <vt:lpstr>시험 전 후 비교</vt:lpstr>
      <vt:lpstr>시험 전 후 비교</vt:lpstr>
      <vt:lpstr>시험 전 후 비교</vt:lpstr>
      <vt:lpstr>시험 전 후 비교</vt:lpstr>
      <vt:lpstr>시험 전 후 비교</vt:lpstr>
      <vt:lpstr>시험 전 후 비교</vt:lpstr>
      <vt:lpstr>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O14004</cp:lastModifiedBy>
  <cp:revision>1693</cp:revision>
  <cp:lastPrinted>2017-08-25T09:42:12Z</cp:lastPrinted>
  <dcterms:created xsi:type="dcterms:W3CDTF">1601-01-01T00:00:00Z</dcterms:created>
  <dcterms:modified xsi:type="dcterms:W3CDTF">2020-08-24T11:49:30Z</dcterms:modified>
</cp:coreProperties>
</file>