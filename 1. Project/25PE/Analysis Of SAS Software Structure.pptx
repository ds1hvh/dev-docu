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250C5-FFB1-43E6-A587-F5C0E4046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86D057-3B9F-498C-A4DA-826F9C040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64B86-5E79-49D4-A0DC-B9255B40E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C7374-6D7F-430D-AB6C-6AE61759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1AC75-265E-41F2-919A-64484C74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FC36-0CF2-4CC7-993C-15F76A4A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9A76C-1321-441A-95FC-8FF3279B9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6083BF-D58D-443E-8715-FB8956F1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7B6B10-2D8C-43FF-A01E-1254B66C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D9C5E6-D425-497E-9114-2F1B6830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3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31AF0-6E1A-4447-986A-77818C3A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241E76-9D02-4541-A71A-EB71704E3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B20716-005A-4C0D-A499-7F84DA42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E6B6D-CEE8-422D-87E3-A2089E12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19E6F-7571-4CA3-A6E4-925C554F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30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D55EE-9EC3-41EA-9380-FDA0F7552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38B818-F463-4D60-BB86-7E2A46F47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A92280-2050-49E8-A8E1-B780A43E9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C2864-95A4-442A-8E49-3A8AF108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E6E755-DBF0-4446-96C2-28AE01D2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EBD5E0-B9F8-4DD5-8D77-1CEF62D1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04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DCEA1-E83D-4FE5-BEC5-DFE60031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D5FCC-C497-4DDA-8157-23B3FCA78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39AF0A-E5F6-47BB-9798-A0202A1A1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B72664-0E70-4CC5-8934-2F26E10E3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68AFE8-65FA-439B-86B3-180016726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D00830-6D73-4909-9D98-75AB2591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A15CBB-F644-48B6-8A8C-1C763CBB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0A3B8E-64CA-4CD4-8D3B-2956E349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23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6B2C1-2C10-484F-A91E-2D6D1488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9F4EBC-14A0-451B-B3A2-8B1B950E8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C2F1C1-0C94-4F3C-B833-D44C4F67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26ABE6-A6BC-4C99-8059-6337575F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AD08A8-32B2-485D-9BC9-3702D4DD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51A568-D427-4986-B3F5-1BBC817A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CBA61-049B-4AE9-B5E9-FA092FC61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72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9995F-4BE0-4855-BC07-5062C9D2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A58C24-4843-4470-AF13-C55B9B767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9F41C8-4B0C-4CB9-8FF7-A9403C9B5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7CA6FF-6ECD-4872-A5AA-D205CF75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ACB6C-35B4-4F7B-A730-002D4340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F126C6-809B-4595-A8A3-F2F99566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1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48F53-8D4D-40BF-B0A9-8E9DCDC9A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2ADA87-BEDC-4A17-9A17-2EC624B0D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A4A9F3-DE50-4CBF-ADFD-D8D7B3A04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29B5F2-18AB-49A4-A30B-C7E08F93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BA09A6-FD3D-48B5-B35F-F00090F8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A94FA6-1A33-469E-8A84-BF5CF828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38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86A24-39C8-4C21-B08D-93E9A841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BD06DC-AD3F-4AEF-818A-D80CE048C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6E1C8-AE3E-40FF-9942-C08C3AC7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6C7F2-2A9A-4529-A9ED-73D4DC1F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7E38BB-8EBB-4777-91FC-3C0AB0F9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92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8F00B1-52FA-4A73-AF6B-3B64B8FD9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C090A1-2485-42D6-982E-9DDF065DD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F3951-38DF-4200-A810-B7837A29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60890-38DF-4F3A-B61A-0AD6B478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6BFDB4-3599-4D40-A0A7-E9F2B6AB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27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C799A5-5861-4673-80F4-718C3BB2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E949D8-5A3C-4A96-88F1-FC6F93CB4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9AA715-2BB2-46C6-9A5C-B26A460D0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C8C43-5176-4B25-B6FD-498E500E215A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614EFA-1BEB-4370-8E90-A4EB41D2C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67932-A926-4F4C-B47E-DF4A743D5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6F2AE-9EE9-4AAE-9A21-55B751F93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53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Analysis Of SAS</a:t>
            </a:r>
            <a:r>
              <a:rPr lang="ko-KR" altLang="en-US" sz="3600" dirty="0"/>
              <a:t> </a:t>
            </a:r>
            <a:r>
              <a:rPr lang="en-US" altLang="ko-KR" sz="3600" dirty="0"/>
              <a:t>Software Structure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App.xaml.cs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MainWindow.xaml.cs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AutoTestResWindow.xaml.cs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CharWindow.xaml.cs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CmdScriptWindow.xaml.cs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CmdWindow.xaml.cs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DbmManagement.xaml.cs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Log.cs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Daqcomm.cs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SasComm.cs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SasFixed.cs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SasList.cs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SasSpin.cs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SasTable.cs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SasComm_TLM.cs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TimeoutMsg.xaml.cs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36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1. </a:t>
            </a:r>
            <a:r>
              <a:rPr lang="en-US" altLang="ko-KR" sz="3600" dirty="0" err="1"/>
              <a:t>App.xaml.cs</a:t>
            </a:r>
            <a:endParaRPr lang="ko-KR" altLang="en-US" sz="3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875325-7618-47EF-85E1-E17F6DD59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83" y="1280518"/>
            <a:ext cx="10439107" cy="500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2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1. </a:t>
            </a:r>
            <a:r>
              <a:rPr lang="en-US" altLang="ko-KR" sz="3600" dirty="0" err="1"/>
              <a:t>App.xaml.cs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Application Main Routine (</a:t>
            </a:r>
            <a:r>
              <a:rPr lang="en-US" altLang="ko-KR" dirty="0" err="1"/>
              <a:t>StartUp</a:t>
            </a:r>
            <a:r>
              <a:rPr lang="en-US" altLang="ko-KR" dirty="0"/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App_Startup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dirty="0"/>
              <a:t>Read Command/Telemetry Database File (xlsx) and Build Command/Telemetry Structure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dirty="0"/>
              <a:t>Initialize Telemetry [ </a:t>
            </a:r>
            <a:r>
              <a:rPr lang="en-US" altLang="ko-KR" b="1" dirty="0" err="1"/>
              <a:t>initTLM</a:t>
            </a:r>
            <a:r>
              <a:rPr lang="en-US" altLang="ko-KR" dirty="0"/>
              <a:t>() 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dirty="0"/>
              <a:t>Create/Initialize Main Window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 err="1"/>
              <a:t>mainWindow</a:t>
            </a:r>
            <a:r>
              <a:rPr lang="en-US" altLang="ko-KR" b="1" dirty="0"/>
              <a:t> = new </a:t>
            </a:r>
            <a:r>
              <a:rPr lang="en-US" altLang="ko-KR" b="1" dirty="0" err="1"/>
              <a:t>MainWindow</a:t>
            </a:r>
            <a:r>
              <a:rPr lang="en-US" altLang="ko-KR" b="1" dirty="0"/>
              <a:t>();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 err="1"/>
              <a:t>mainWindow.Show</a:t>
            </a:r>
            <a:r>
              <a:rPr lang="en-US" altLang="ko-KR" b="1" dirty="0"/>
              <a:t>();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dirty="0"/>
              <a:t>Establish/Initialize ITOS Connection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 err="1"/>
              <a:t>itosComm</a:t>
            </a:r>
            <a:r>
              <a:rPr lang="en-US" altLang="ko-KR" b="1" dirty="0"/>
              <a:t> = new </a:t>
            </a:r>
            <a:r>
              <a:rPr lang="en-US" altLang="ko-KR" b="1" dirty="0" err="1"/>
              <a:t>ItosComm</a:t>
            </a:r>
            <a:r>
              <a:rPr lang="en-US" altLang="ko-KR" b="1" dirty="0"/>
              <a:t>();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 err="1"/>
              <a:t>itosComm.start</a:t>
            </a:r>
            <a:r>
              <a:rPr lang="en-US" altLang="ko-KR" b="1" dirty="0"/>
              <a:t>();</a:t>
            </a:r>
          </a:p>
          <a:p>
            <a:pPr marL="914400" lvl="1" indent="-457200" algn="l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79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MainWindow.xaml.cs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C27F13-252E-4D9F-A0B9-66E94B95D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88" y="1117932"/>
            <a:ext cx="9924024" cy="55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6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MainWindow.xaml.cs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Load</a:t>
            </a:r>
            <a:r>
              <a:rPr lang="ko-KR" altLang="en-US" dirty="0"/>
              <a:t> </a:t>
            </a:r>
            <a:r>
              <a:rPr lang="en-US" altLang="ko-KR" dirty="0"/>
              <a:t>all component of main window [ </a:t>
            </a:r>
            <a:r>
              <a:rPr lang="en-US" altLang="ko-KR" b="1" dirty="0" err="1"/>
              <a:t>InitializeComponent</a:t>
            </a:r>
            <a:r>
              <a:rPr lang="en-US" altLang="ko-KR" dirty="0"/>
              <a:t>() ]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Initialize </a:t>
            </a:r>
            <a:r>
              <a:rPr lang="en-US" altLang="ko-KR" dirty="0" err="1"/>
              <a:t>TextBox</a:t>
            </a:r>
            <a:r>
              <a:rPr lang="en-US" altLang="ko-KR" dirty="0"/>
              <a:t> and </a:t>
            </a:r>
            <a:r>
              <a:rPr lang="en-US" altLang="ko-KR" dirty="0" err="1"/>
              <a:t>ListBox</a:t>
            </a:r>
            <a:r>
              <a:rPr lang="en-US" altLang="ko-KR" dirty="0"/>
              <a:t> (TLM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TextBox_ON_SR1.DataContext = </a:t>
            </a:r>
            <a:r>
              <a:rPr lang="en-US" altLang="ko-KR" b="1" dirty="0" err="1"/>
              <a:t>App.getTlm</a:t>
            </a:r>
            <a:r>
              <a:rPr lang="en-US" altLang="ko-KR" b="1" dirty="0"/>
              <a:t>("HSTSR1PW");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Button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r>
              <a:rPr lang="ko-KR" altLang="en-US" dirty="0"/>
              <a:t>시 동작 함수 규정 </a:t>
            </a:r>
            <a:r>
              <a:rPr lang="en-US" altLang="ko-KR" dirty="0"/>
              <a:t>[ </a:t>
            </a:r>
            <a:r>
              <a:rPr lang="en-US" altLang="ko-KR" b="1" dirty="0" err="1"/>
              <a:t>Button_xxx_Click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private void </a:t>
            </a:r>
            <a:r>
              <a:rPr lang="en-US" altLang="ko-KR" b="1" dirty="0" err="1"/>
              <a:t>Button_Cmd_Click</a:t>
            </a:r>
            <a:r>
              <a:rPr lang="en-US" altLang="ko-KR" b="1" dirty="0"/>
              <a:t>(object sender, </a:t>
            </a:r>
            <a:r>
              <a:rPr lang="en-US" altLang="ko-KR" b="1" dirty="0" err="1"/>
              <a:t>RoutedEventArgs</a:t>
            </a:r>
            <a:r>
              <a:rPr lang="en-US" altLang="ko-KR" b="1" dirty="0"/>
              <a:t> e)</a:t>
            </a:r>
          </a:p>
          <a:p>
            <a:pPr marL="457200" indent="-457200" algn="l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747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3. </a:t>
            </a:r>
            <a:r>
              <a:rPr lang="en-US" altLang="ko-KR" sz="3600" dirty="0" err="1"/>
              <a:t>AutoTestResWindow.xaml.cs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37957D-93A1-4689-B0B1-37D0CD158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183" y="1584520"/>
            <a:ext cx="66960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6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3. </a:t>
            </a:r>
            <a:r>
              <a:rPr lang="en-US" altLang="ko-KR" sz="3600" dirty="0" err="1"/>
              <a:t>AutoTestResWindow.xaml.cs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AutoTestResWindow</a:t>
            </a:r>
            <a:r>
              <a:rPr lang="en-US" altLang="ko-KR" dirty="0"/>
              <a:t> </a:t>
            </a:r>
            <a:r>
              <a:rPr lang="ko-KR" altLang="en-US" dirty="0"/>
              <a:t>화면 구성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Button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r>
              <a:rPr lang="ko-KR" altLang="en-US" dirty="0"/>
              <a:t>시 동작 함수 규정 </a:t>
            </a:r>
            <a:r>
              <a:rPr lang="en-US" altLang="ko-KR" dirty="0"/>
              <a:t>[ </a:t>
            </a:r>
            <a:r>
              <a:rPr lang="en-US" altLang="ko-KR" b="1" dirty="0" err="1"/>
              <a:t>Button_xxx_Click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private void </a:t>
            </a:r>
            <a:r>
              <a:rPr lang="en-US" altLang="ko-KR" b="1" dirty="0" err="1"/>
              <a:t>Button_Ok_Click</a:t>
            </a:r>
            <a:r>
              <a:rPr lang="en-US" altLang="ko-KR" b="1" dirty="0"/>
              <a:t>(object sender, </a:t>
            </a:r>
            <a:r>
              <a:rPr lang="en-US" altLang="ko-KR" b="1" dirty="0" err="1"/>
              <a:t>RoutedEventArgs</a:t>
            </a:r>
            <a:r>
              <a:rPr lang="en-US" altLang="ko-KR" b="1" dirty="0"/>
              <a:t> e)</a:t>
            </a:r>
          </a:p>
        </p:txBody>
      </p:sp>
    </p:spTree>
    <p:extLst>
      <p:ext uri="{BB962C8B-B14F-4D97-AF65-F5344CB8AC3E}">
        <p14:creationId xmlns:p14="http://schemas.microsoft.com/office/powerpoint/2010/main" val="97097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4. </a:t>
            </a:r>
            <a:r>
              <a:rPr lang="en-US" altLang="ko-KR" sz="3600" dirty="0" err="1"/>
              <a:t>ChartWindow.xaml.cs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853F90-6CBE-4762-9ECB-E909363C9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332108"/>
            <a:ext cx="116205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40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4. </a:t>
            </a:r>
            <a:r>
              <a:rPr lang="en-US" altLang="ko-KR" sz="3600" dirty="0" err="1"/>
              <a:t>ChartWindow.xaml.cs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V/I Telemetry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Tlm_V</a:t>
            </a:r>
            <a:r>
              <a:rPr lang="en-US" altLang="ko-KR" b="1" dirty="0"/>
              <a:t> = </a:t>
            </a:r>
            <a:r>
              <a:rPr lang="en-US" altLang="ko-KR" b="1" dirty="0" err="1"/>
              <a:t>App.getTlm</a:t>
            </a:r>
            <a:r>
              <a:rPr lang="en-US" altLang="ko-KR" b="1" dirty="0"/>
              <a:t>(</a:t>
            </a:r>
            <a:r>
              <a:rPr lang="en-US" altLang="ko-KR" b="1" dirty="0" err="1"/>
              <a:t>strTlm_V</a:t>
            </a:r>
            <a:r>
              <a:rPr lang="en-US" altLang="ko-KR" b="1" dirty="0"/>
              <a:t>);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nn-NO" altLang="ko-KR" b="1" dirty="0"/>
              <a:t>Tlm_I = App.getTlm(strTlm_I);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Draw</a:t>
            </a:r>
            <a:r>
              <a:rPr lang="ko-KR" altLang="en-US" dirty="0"/>
              <a:t> </a:t>
            </a:r>
            <a:r>
              <a:rPr lang="en-US" altLang="ko-KR" dirty="0"/>
              <a:t>Graph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this.SetupModel</a:t>
            </a:r>
            <a:r>
              <a:rPr lang="en-US" altLang="ko-KR" b="1" dirty="0"/>
              <a:t>();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743813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5. </a:t>
            </a:r>
            <a:r>
              <a:rPr lang="en-US" altLang="ko-KR" sz="3600" dirty="0" err="1"/>
              <a:t>CmdScriptWindow.xaml.cs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5D9BBE-96EE-4537-B19C-655F449AE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831" y="1254255"/>
            <a:ext cx="8850337" cy="520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2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5. </a:t>
            </a:r>
            <a:r>
              <a:rPr lang="en-US" altLang="ko-KR" sz="3600" dirty="0" err="1"/>
              <a:t>CmdScriptWindow.xaml.cs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CmdScriptWindow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  <a:endParaRPr lang="en-US" altLang="ko-KR" dirty="0"/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Script Check / Write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doWork</a:t>
            </a:r>
            <a:r>
              <a:rPr lang="en-US" altLang="ko-KR" b="1" dirty="0"/>
              <a:t>()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Button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r>
              <a:rPr lang="ko-KR" altLang="en-US" dirty="0"/>
              <a:t>시 동작 함수 규정 </a:t>
            </a:r>
            <a:r>
              <a:rPr lang="en-US" altLang="ko-KR" dirty="0"/>
              <a:t>[ </a:t>
            </a:r>
            <a:r>
              <a:rPr lang="en-US" altLang="ko-KR" b="1" dirty="0" err="1"/>
              <a:t>Button_xxx_Click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private void Button_Click_2(object sender, </a:t>
            </a:r>
            <a:r>
              <a:rPr lang="en-US" altLang="ko-KR" b="1" dirty="0" err="1"/>
              <a:t>RoutedEventArgs</a:t>
            </a:r>
            <a:r>
              <a:rPr lang="en-US" altLang="ko-KR" b="1" dirty="0"/>
              <a:t> e)</a:t>
            </a:r>
          </a:p>
          <a:p>
            <a:pPr marL="457200" indent="-457200" algn="l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522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6. </a:t>
            </a:r>
            <a:r>
              <a:rPr lang="en-US" altLang="ko-KR" sz="3600" dirty="0" err="1"/>
              <a:t>CmdWindow.xaml.cs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A7C303-37D4-47D8-A47C-A0E91257C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346175"/>
            <a:ext cx="116205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57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6. </a:t>
            </a:r>
            <a:r>
              <a:rPr lang="en-US" altLang="ko-KR" sz="3600" dirty="0" err="1"/>
              <a:t>CmdWindow.xaml.cs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CmdWindow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CollectionView</a:t>
            </a:r>
            <a:r>
              <a:rPr lang="en-US" altLang="ko-KR" b="1" dirty="0"/>
              <a:t> view = (</a:t>
            </a:r>
            <a:r>
              <a:rPr lang="en-US" altLang="ko-KR" b="1" dirty="0" err="1"/>
              <a:t>CollectionView</a:t>
            </a:r>
            <a:r>
              <a:rPr lang="en-US" altLang="ko-KR" b="1" dirty="0"/>
              <a:t>)</a:t>
            </a:r>
            <a:r>
              <a:rPr lang="en-US" altLang="ko-KR" b="1" dirty="0" err="1"/>
              <a:t>CollectionViewSource.GetDefaultView</a:t>
            </a:r>
            <a:r>
              <a:rPr lang="en-US" altLang="ko-KR" b="1" dirty="0"/>
              <a:t>(</a:t>
            </a:r>
            <a:r>
              <a:rPr lang="en-US" altLang="ko-KR" b="1" dirty="0" err="1"/>
              <a:t>cmdListView.ItemsSource</a:t>
            </a:r>
            <a:r>
              <a:rPr lang="en-US" altLang="ko-KR" b="1" dirty="0"/>
              <a:t>);</a:t>
            </a:r>
          </a:p>
          <a:p>
            <a:pPr lvl="1" algn="l"/>
            <a:r>
              <a:rPr lang="en-US" altLang="ko-KR" b="1" dirty="0"/>
              <a:t>            </a:t>
            </a:r>
            <a:r>
              <a:rPr lang="en-US" altLang="ko-KR" b="1" dirty="0" err="1"/>
              <a:t>view.Filter</a:t>
            </a:r>
            <a:r>
              <a:rPr lang="en-US" altLang="ko-KR" b="1" dirty="0"/>
              <a:t> = </a:t>
            </a:r>
            <a:r>
              <a:rPr lang="en-US" altLang="ko-KR" b="1" dirty="0" err="1"/>
              <a:t>UserFilter</a:t>
            </a:r>
            <a:r>
              <a:rPr lang="en-US" altLang="ko-KR" b="1" dirty="0"/>
              <a:t>;</a:t>
            </a:r>
          </a:p>
          <a:p>
            <a:pPr lvl="1" algn="l"/>
            <a:r>
              <a:rPr lang="en-US" altLang="ko-KR" b="1" dirty="0"/>
              <a:t>2.   </a:t>
            </a:r>
            <a:r>
              <a:rPr lang="en-US" altLang="ko-KR" b="1" dirty="0" err="1"/>
              <a:t>ObservableCollection</a:t>
            </a:r>
            <a:r>
              <a:rPr lang="en-US" altLang="ko-KR" b="1" dirty="0"/>
              <a:t>&lt;</a:t>
            </a:r>
            <a:r>
              <a:rPr lang="en-US" altLang="ko-KR" b="1" dirty="0" err="1"/>
              <a:t>App.TlmData</a:t>
            </a:r>
            <a:r>
              <a:rPr lang="en-US" altLang="ko-KR" b="1" dirty="0"/>
              <a:t>&gt; </a:t>
            </a:r>
            <a:r>
              <a:rPr lang="en-US" altLang="ko-KR" b="1" dirty="0" err="1"/>
              <a:t>tlmData</a:t>
            </a:r>
            <a:r>
              <a:rPr lang="en-US" altLang="ko-KR" b="1" dirty="0"/>
              <a:t> = new </a:t>
            </a:r>
            <a:r>
              <a:rPr lang="en-US" altLang="ko-KR" b="1" dirty="0" err="1"/>
              <a:t>ObservableCollection</a:t>
            </a:r>
            <a:r>
              <a:rPr lang="en-US" altLang="ko-KR" b="1" dirty="0"/>
              <a:t>&lt;</a:t>
            </a:r>
            <a:r>
              <a:rPr lang="en-US" altLang="ko-KR" b="1" dirty="0" err="1"/>
              <a:t>App.TlmData</a:t>
            </a:r>
            <a:r>
              <a:rPr lang="en-US" altLang="ko-KR" b="1" dirty="0"/>
              <a:t>&gt;();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Button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r>
              <a:rPr lang="ko-KR" altLang="en-US" dirty="0"/>
              <a:t>시 동작 함수 규정 </a:t>
            </a:r>
            <a:r>
              <a:rPr lang="en-US" altLang="ko-KR" dirty="0"/>
              <a:t>[ </a:t>
            </a:r>
            <a:r>
              <a:rPr lang="en-US" altLang="ko-KR" b="1" dirty="0" err="1"/>
              <a:t>Button_xxx_Click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private void </a:t>
            </a:r>
            <a:r>
              <a:rPr lang="en-US" altLang="ko-KR" b="1" dirty="0" err="1"/>
              <a:t>Button_exec_Click</a:t>
            </a:r>
            <a:r>
              <a:rPr lang="en-US" altLang="ko-KR" b="1" dirty="0"/>
              <a:t>(object sender, </a:t>
            </a:r>
            <a:r>
              <a:rPr lang="en-US" altLang="ko-KR" b="1" dirty="0" err="1"/>
              <a:t>RoutedEventArgs</a:t>
            </a:r>
            <a:r>
              <a:rPr lang="en-US" altLang="ko-KR" b="1" dirty="0"/>
              <a:t> e)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Mouse Double Click </a:t>
            </a:r>
            <a:r>
              <a:rPr lang="ko-KR" altLang="en-US" dirty="0"/>
              <a:t>함수 규정 </a:t>
            </a:r>
            <a:r>
              <a:rPr lang="en-US" altLang="ko-KR" dirty="0"/>
              <a:t>[</a:t>
            </a:r>
            <a:r>
              <a:rPr lang="en-US" altLang="ko-KR" dirty="0" err="1"/>
              <a:t>xxx_MouseDoubleClick</a:t>
            </a:r>
            <a:r>
              <a:rPr lang="en-US" altLang="ko-KR" dirty="0"/>
              <a:t>() 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private void </a:t>
            </a:r>
            <a:r>
              <a:rPr lang="en-US" altLang="ko-KR" b="1" dirty="0" err="1"/>
              <a:t>tlmListView_MouseDoubleClick</a:t>
            </a:r>
            <a:r>
              <a:rPr lang="en-US" altLang="ko-KR" b="1" dirty="0"/>
              <a:t>(object sender, </a:t>
            </a:r>
            <a:r>
              <a:rPr lang="en-US" altLang="ko-KR" b="1" dirty="0" err="1"/>
              <a:t>MouseButtonEventArgs</a:t>
            </a:r>
            <a:r>
              <a:rPr lang="en-US" altLang="ko-KR" b="1" dirty="0"/>
              <a:t> e)</a:t>
            </a:r>
          </a:p>
          <a:p>
            <a:pPr marL="457200" indent="-457200" algn="l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278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7. </a:t>
            </a:r>
            <a:r>
              <a:rPr lang="en-US" altLang="ko-KR" sz="3600" dirty="0" err="1"/>
              <a:t>DbManagement.xaml.cs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83E4B9-611E-4D08-B07B-E712A5F4C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161" y="1136887"/>
            <a:ext cx="5855677" cy="53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5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7. </a:t>
            </a:r>
            <a:r>
              <a:rPr lang="en-US" altLang="ko-KR" sz="3600" dirty="0" err="1"/>
              <a:t>DbManagement.xaml.cs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Select CMD Database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TextBox_CmdDbVersion.Text</a:t>
            </a:r>
            <a:r>
              <a:rPr lang="en-US" altLang="ko-KR" b="1" dirty="0"/>
              <a:t> = </a:t>
            </a:r>
            <a:r>
              <a:rPr lang="en-US" altLang="ko-KR" b="1" dirty="0" err="1"/>
              <a:t>App.cmdDbName</a:t>
            </a:r>
            <a:r>
              <a:rPr lang="en-US" altLang="ko-KR" b="1" dirty="0"/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Select TLM </a:t>
            </a:r>
            <a:r>
              <a:rPr lang="en-US" altLang="ko-KR" dirty="0" err="1"/>
              <a:t>DataBase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TextBox_TlmDbVersion.Text</a:t>
            </a:r>
            <a:r>
              <a:rPr lang="en-US" altLang="ko-KR" b="1" dirty="0"/>
              <a:t> = </a:t>
            </a:r>
            <a:r>
              <a:rPr lang="en-US" altLang="ko-KR" b="1" dirty="0" err="1"/>
              <a:t>App.tlmDbName</a:t>
            </a:r>
            <a:r>
              <a:rPr lang="en-US" altLang="ko-KR" b="1" dirty="0"/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Button</a:t>
            </a:r>
            <a:r>
              <a:rPr lang="ko-KR" altLang="en-US" dirty="0"/>
              <a:t> </a:t>
            </a:r>
            <a:r>
              <a:rPr lang="en-US" altLang="ko-KR" dirty="0"/>
              <a:t>Click</a:t>
            </a:r>
            <a:r>
              <a:rPr lang="ko-KR" altLang="en-US" dirty="0"/>
              <a:t>시 동작 함수 규정 </a:t>
            </a:r>
            <a:r>
              <a:rPr lang="en-US" altLang="ko-KR" dirty="0"/>
              <a:t>[ </a:t>
            </a:r>
            <a:r>
              <a:rPr lang="en-US" altLang="ko-KR" b="1" dirty="0" err="1"/>
              <a:t>Button_xxx_Click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private void </a:t>
            </a:r>
            <a:r>
              <a:rPr lang="en-US" altLang="ko-KR" b="1" dirty="0" err="1"/>
              <a:t>Button_SelectDb_Click</a:t>
            </a:r>
            <a:r>
              <a:rPr lang="en-US" altLang="ko-KR" b="1" dirty="0"/>
              <a:t>(object sender, </a:t>
            </a:r>
            <a:r>
              <a:rPr lang="en-US" altLang="ko-KR" b="1" dirty="0" err="1"/>
              <a:t>RoutedEventArgs</a:t>
            </a:r>
            <a:r>
              <a:rPr lang="en-US" altLang="ko-KR" b="1" dirty="0"/>
              <a:t> e)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dirty="0"/>
              <a:t>Import Database</a:t>
            </a:r>
          </a:p>
        </p:txBody>
      </p:sp>
    </p:spTree>
    <p:extLst>
      <p:ext uri="{BB962C8B-B14F-4D97-AF65-F5344CB8AC3E}">
        <p14:creationId xmlns:p14="http://schemas.microsoft.com/office/powerpoint/2010/main" val="298027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8. </a:t>
            </a:r>
            <a:r>
              <a:rPr lang="en-US" altLang="ko-KR" sz="3600" dirty="0" err="1"/>
              <a:t>Log.cs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6B06D5-01B3-4A99-841D-F77F6B2EA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62" y="1172264"/>
            <a:ext cx="8596019" cy="52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86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9. </a:t>
            </a:r>
            <a:r>
              <a:rPr lang="en-US" altLang="ko-KR" sz="3600" dirty="0" err="1"/>
              <a:t>DaqComm.cs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6CA536-01A2-41F4-8033-5A8BB4356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101" y="1109221"/>
            <a:ext cx="6343797" cy="544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36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9. </a:t>
            </a:r>
            <a:r>
              <a:rPr lang="en-US" altLang="ko-KR" sz="3600" dirty="0" err="1"/>
              <a:t>DaqComm.cs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Establish connection to DAQ device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static public bool </a:t>
            </a:r>
            <a:r>
              <a:rPr lang="en-US" altLang="ko-KR" b="1" dirty="0" err="1"/>
              <a:t>checkConnection</a:t>
            </a:r>
            <a:r>
              <a:rPr lang="en-US" altLang="ko-KR" b="1" dirty="0"/>
              <a:t>()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DAQ Device</a:t>
            </a:r>
            <a:r>
              <a:rPr lang="ko-KR" altLang="en-US" dirty="0"/>
              <a:t>와 명령어</a:t>
            </a:r>
            <a:r>
              <a:rPr lang="en-US" altLang="ko-KR" dirty="0"/>
              <a:t>/</a:t>
            </a:r>
            <a:r>
              <a:rPr lang="ko-KR" altLang="en-US" dirty="0"/>
              <a:t>응답 송수신 및 처리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doWork</a:t>
            </a:r>
            <a:r>
              <a:rPr lang="en-US" altLang="ko-KR" b="1" dirty="0"/>
              <a:t>()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</a:t>
            </a:r>
            <a:r>
              <a:rPr lang="en-US" altLang="ko-KR" b="1" dirty="0"/>
              <a:t>(</a:t>
            </a:r>
            <a:r>
              <a:rPr lang="en-US" altLang="ko-KR" b="1" dirty="0" err="1"/>
              <a:t>NetworkStream</a:t>
            </a:r>
            <a:r>
              <a:rPr lang="en-US" altLang="ko-KR" b="1" dirty="0"/>
              <a:t> ns, string </a:t>
            </a:r>
            <a:r>
              <a:rPr lang="en-US" altLang="ko-KR" b="1" dirty="0" err="1"/>
              <a:t>cmdStr</a:t>
            </a:r>
            <a:r>
              <a:rPr lang="en-US" altLang="ko-KR" b="1" dirty="0"/>
              <a:t>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/>
              <a:t>public Tuple&lt;bool, string&gt; </a:t>
            </a:r>
            <a:r>
              <a:rPr lang="en-US" altLang="ko-KR" b="1" dirty="0" err="1"/>
              <a:t>cmd_withResp</a:t>
            </a:r>
            <a:r>
              <a:rPr lang="en-US" altLang="ko-KR" b="1" dirty="0"/>
              <a:t>(</a:t>
            </a:r>
            <a:r>
              <a:rPr lang="en-US" altLang="ko-KR" b="1" dirty="0" err="1"/>
              <a:t>NetworkStream</a:t>
            </a:r>
            <a:r>
              <a:rPr lang="en-US" altLang="ko-KR" b="1" dirty="0"/>
              <a:t> ns, string </a:t>
            </a:r>
            <a:r>
              <a:rPr lang="en-US" altLang="ko-KR" b="1" dirty="0" err="1"/>
              <a:t>cmdStr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6313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10. </a:t>
            </a:r>
            <a:r>
              <a:rPr lang="en-US" altLang="ko-KR" sz="3600" dirty="0" err="1"/>
              <a:t>SasComm.cs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097B3C-7DF2-4CA2-B01D-35C3F79F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454" y="1266093"/>
            <a:ext cx="5077091" cy="53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328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10. </a:t>
            </a:r>
            <a:r>
              <a:rPr lang="en-US" altLang="ko-KR" sz="3600" dirty="0" err="1"/>
              <a:t>SasComm.cs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SAS Device</a:t>
            </a:r>
            <a:r>
              <a:rPr lang="ko-KR" altLang="en-US" dirty="0"/>
              <a:t>와의 연결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App.sysData.TerraSasConnection</a:t>
            </a:r>
            <a:r>
              <a:rPr lang="en-US" altLang="ko-KR" b="1" dirty="0"/>
              <a:t> = </a:t>
            </a:r>
            <a:r>
              <a:rPr lang="en-US" altLang="ko-KR" b="1" dirty="0" err="1"/>
              <a:t>TerraSasConnStatus.Connected</a:t>
            </a:r>
            <a:r>
              <a:rPr lang="en-US" altLang="ko-KR" b="1" dirty="0"/>
              <a:t>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b="1" dirty="0"/>
              <a:t>Command</a:t>
            </a:r>
            <a:r>
              <a:rPr lang="ko-KR" altLang="en-US" b="1" dirty="0"/>
              <a:t> 처리</a:t>
            </a:r>
            <a:endParaRPr lang="en-US" altLang="ko-KR" b="1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</a:t>
            </a:r>
            <a:r>
              <a:rPr lang="en-US" altLang="ko-KR" b="1" dirty="0"/>
              <a:t>()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CmdProcessor_Md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CmdProcessor_Group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ko-KR" altLang="en-US" dirty="0"/>
              <a:t>명령어에 따라 알맞은 </a:t>
            </a:r>
            <a:r>
              <a:rPr lang="en-US" altLang="ko-KR" dirty="0" err="1"/>
              <a:t>Simluation</a:t>
            </a:r>
            <a:r>
              <a:rPr lang="en-US" altLang="ko-KR" dirty="0"/>
              <a:t> </a:t>
            </a:r>
            <a:r>
              <a:rPr lang="ko-KR" altLang="en-US" dirty="0"/>
              <a:t>수행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CmdProcessor_Md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sasList.DoSimTransition</a:t>
            </a:r>
            <a:r>
              <a:rPr lang="en-US" altLang="ko-KR" b="1" dirty="0"/>
              <a:t>();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sasSpin.DoSimTrasnsition</a:t>
            </a:r>
            <a:r>
              <a:rPr lang="en-US" altLang="ko-KR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06820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11. </a:t>
            </a:r>
            <a:r>
              <a:rPr lang="en-US" altLang="ko-KR" sz="3600" dirty="0" err="1"/>
              <a:t>SasFixed.cs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BE36EE-7328-4EFA-BB8F-4B212AD2B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42" y="1887488"/>
            <a:ext cx="9086721" cy="382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83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11. </a:t>
            </a:r>
            <a:r>
              <a:rPr lang="en-US" altLang="ko-KR" sz="3600" dirty="0" err="1"/>
              <a:t>SasFixed.cs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5FE56C-75F6-49F6-B21B-1B7F03411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Command </a:t>
            </a:r>
            <a:r>
              <a:rPr lang="ko-KR" altLang="en-US" dirty="0"/>
              <a:t>처리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CmdProcessor_All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CmdProcessor_Md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public void </a:t>
            </a:r>
            <a:r>
              <a:rPr lang="en-US" altLang="ko-KR" b="1" dirty="0" err="1"/>
              <a:t>CmdProcessor_Sr</a:t>
            </a:r>
            <a:r>
              <a:rPr lang="en-US" altLang="ko-KR" b="1" dirty="0"/>
              <a:t>(string[] </a:t>
            </a:r>
            <a:r>
              <a:rPr lang="en-US" altLang="ko-KR" b="1" dirty="0" err="1"/>
              <a:t>strArray</a:t>
            </a:r>
            <a:r>
              <a:rPr lang="en-US" altLang="ko-KR" b="1" dirty="0"/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SAS Device </a:t>
            </a:r>
            <a:r>
              <a:rPr lang="ko-KR" altLang="en-US" dirty="0"/>
              <a:t>통신</a:t>
            </a:r>
            <a:r>
              <a:rPr lang="en-US" altLang="ko-KR" dirty="0"/>
              <a:t>/</a:t>
            </a:r>
            <a:r>
              <a:rPr lang="ko-KR" altLang="en-US" dirty="0"/>
              <a:t>제어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bool </a:t>
            </a:r>
            <a:r>
              <a:rPr lang="en-US" altLang="ko-KR" b="1" dirty="0" err="1"/>
              <a:t>ApplyTerraSAS_All</a:t>
            </a:r>
            <a:r>
              <a:rPr lang="en-US" altLang="ko-KR" b="1" dirty="0"/>
              <a:t>()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bool </a:t>
            </a:r>
            <a:r>
              <a:rPr lang="en-US" altLang="ko-KR" b="1" dirty="0" err="1"/>
              <a:t>ApplyTerraSAS_Sr</a:t>
            </a:r>
            <a:r>
              <a:rPr lang="en-US" altLang="ko-KR" b="1" dirty="0"/>
              <a:t>(int </a:t>
            </a:r>
            <a:r>
              <a:rPr lang="en-US" altLang="ko-KR" b="1" dirty="0" err="1"/>
              <a:t>srIdx</a:t>
            </a:r>
            <a:r>
              <a:rPr lang="en-US" altLang="ko-KR" b="1" dirty="0"/>
              <a:t>)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/>
              <a:t>bool </a:t>
            </a:r>
            <a:r>
              <a:rPr lang="en-US" altLang="ko-KR" b="1" dirty="0" err="1"/>
              <a:t>ApplyTerraSAS_Md</a:t>
            </a:r>
            <a:r>
              <a:rPr lang="en-US" altLang="ko-KR" b="1" dirty="0"/>
              <a:t>(int </a:t>
            </a:r>
            <a:r>
              <a:rPr lang="en-US" altLang="ko-KR" b="1" dirty="0" err="1"/>
              <a:t>mdIdx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810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12. </a:t>
            </a:r>
            <a:r>
              <a:rPr lang="en-US" altLang="ko-KR" sz="3600" dirty="0" err="1"/>
              <a:t>SasList.cs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1E2431-38C3-44BA-A1B3-59765A146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96" y="1289159"/>
            <a:ext cx="10020740" cy="51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99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13. </a:t>
            </a:r>
            <a:r>
              <a:rPr lang="en-US" altLang="ko-KR" sz="3600" dirty="0" err="1"/>
              <a:t>SasSas.cs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AC60BF-BCB3-45D2-A19E-72F57588A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66" y="1174999"/>
            <a:ext cx="9996268" cy="52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69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14. </a:t>
            </a:r>
            <a:r>
              <a:rPr lang="en-US" altLang="ko-KR" sz="3600" dirty="0" err="1"/>
              <a:t>SasSpin.cs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211F38-C85B-4F94-A504-50D5959E4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10" y="2331427"/>
            <a:ext cx="10752221" cy="292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78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15. </a:t>
            </a:r>
            <a:r>
              <a:rPr lang="en-US" altLang="ko-KR" sz="3600" dirty="0" err="1"/>
              <a:t>SasTable.cs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768E1B-F48D-4331-B7B1-E136F63CC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96" y="1113467"/>
            <a:ext cx="7001608" cy="534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85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16. </a:t>
            </a:r>
            <a:r>
              <a:rPr lang="en-US" altLang="ko-KR" sz="3600" dirty="0" err="1"/>
              <a:t>SasComm_TLM.cs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99B778-08F3-412C-87C1-B293D1ECE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631" y="1217796"/>
            <a:ext cx="6608738" cy="50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6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16. </a:t>
            </a:r>
            <a:r>
              <a:rPr lang="en-US" altLang="ko-KR" sz="3600" dirty="0" err="1"/>
              <a:t>SasComm_TLM.cs</a:t>
            </a:r>
            <a:endParaRPr lang="ko-KR" altLang="en-US" sz="36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F48C872B-77A2-487A-931F-BF3D902F6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371599"/>
            <a:ext cx="11430000" cy="50847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 err="1"/>
              <a:t>TerraSAS</a:t>
            </a:r>
            <a:r>
              <a:rPr lang="ko-KR" altLang="en-US" dirty="0"/>
              <a:t>로 부터 </a:t>
            </a:r>
            <a:r>
              <a:rPr lang="en-US" altLang="ko-KR" dirty="0"/>
              <a:t>TLM </a:t>
            </a:r>
            <a:r>
              <a:rPr lang="ko-KR" altLang="en-US" dirty="0"/>
              <a:t>수신</a:t>
            </a:r>
            <a:endParaRPr lang="en-US" altLang="ko-KR" dirty="0"/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dirty="0" err="1"/>
              <a:t>respStr</a:t>
            </a:r>
            <a:r>
              <a:rPr lang="en-US" altLang="ko-KR" dirty="0"/>
              <a:t> = </a:t>
            </a:r>
            <a:r>
              <a:rPr lang="en-US" altLang="ko-KR" dirty="0" err="1"/>
              <a:t>App.terraSAS.Get_TLM</a:t>
            </a:r>
            <a:r>
              <a:rPr lang="en-US" altLang="ko-KR" dirty="0"/>
              <a:t>();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TLM</a:t>
            </a:r>
            <a:r>
              <a:rPr lang="ko-KR" altLang="en-US" dirty="0"/>
              <a:t> </a:t>
            </a:r>
            <a:r>
              <a:rPr lang="en-US" altLang="ko-KR" dirty="0"/>
              <a:t>Decoding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1" dirty="0" err="1"/>
              <a:t>hkQuery</a:t>
            </a:r>
            <a:r>
              <a:rPr lang="en-US" altLang="ko-KR" b="1" dirty="0"/>
              <a:t>(0, </a:t>
            </a:r>
            <a:r>
              <a:rPr lang="en-US" altLang="ko-KR" b="1" dirty="0" err="1"/>
              <a:t>strArray</a:t>
            </a:r>
            <a:r>
              <a:rPr lang="en-US" altLang="ko-KR" b="1" dirty="0"/>
              <a:t>[0]);</a:t>
            </a:r>
          </a:p>
        </p:txBody>
      </p:sp>
    </p:spTree>
    <p:extLst>
      <p:ext uri="{BB962C8B-B14F-4D97-AF65-F5344CB8AC3E}">
        <p14:creationId xmlns:p14="http://schemas.microsoft.com/office/powerpoint/2010/main" val="1787394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17. </a:t>
            </a:r>
            <a:r>
              <a:rPr lang="en-US" altLang="ko-KR" sz="3600" dirty="0" err="1"/>
              <a:t>SasComm_TLM.cs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99B778-08F3-412C-87C1-B293D1ECE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631" y="1217796"/>
            <a:ext cx="6608738" cy="50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49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2BC-2E8B-4A84-A105-46F42B9DD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221" y="401639"/>
            <a:ext cx="9144000" cy="57292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18. </a:t>
            </a:r>
            <a:r>
              <a:rPr lang="en-US" altLang="ko-KR" sz="3600" dirty="0" err="1"/>
              <a:t>TimeoutMsg.cs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DF1174-4203-45E9-AEFB-7E1E5DF27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3" y="1757802"/>
            <a:ext cx="10164275" cy="416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21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823</Words>
  <Application>Microsoft Office PowerPoint</Application>
  <PresentationFormat>와이드스크린</PresentationFormat>
  <Paragraphs>118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Analysis Of SAS Software Structure</vt:lpstr>
      <vt:lpstr>1. App.xaml.cs</vt:lpstr>
      <vt:lpstr>1. App.xaml.cs</vt:lpstr>
      <vt:lpstr>2. MainWindow.xaml.cs</vt:lpstr>
      <vt:lpstr>2. MainWindow.xaml.cs</vt:lpstr>
      <vt:lpstr>3. AutoTestResWindow.xaml.cs</vt:lpstr>
      <vt:lpstr>3. AutoTestResWindow.xaml.cs</vt:lpstr>
      <vt:lpstr>4. ChartWindow.xaml.cs</vt:lpstr>
      <vt:lpstr>4. ChartWindow.xaml.cs</vt:lpstr>
      <vt:lpstr>5. CmdScriptWindow.xaml.cs</vt:lpstr>
      <vt:lpstr>5. CmdScriptWindow.xaml.cs</vt:lpstr>
      <vt:lpstr>6. CmdWindow.xaml.cs</vt:lpstr>
      <vt:lpstr>6. CmdWindow.xaml.cs</vt:lpstr>
      <vt:lpstr>7. DbManagement.xaml.cs</vt:lpstr>
      <vt:lpstr>7. DbManagement.xaml.cs</vt:lpstr>
      <vt:lpstr>8. Log.cs</vt:lpstr>
      <vt:lpstr>9. DaqComm.cs</vt:lpstr>
      <vt:lpstr>9. DaqComm.cs</vt:lpstr>
      <vt:lpstr>10. SasComm.cs</vt:lpstr>
      <vt:lpstr>10. SasComm.cs</vt:lpstr>
      <vt:lpstr>11. SasFixed.cs</vt:lpstr>
      <vt:lpstr>11. SasFixed.cs</vt:lpstr>
      <vt:lpstr>12. SasList.cs</vt:lpstr>
      <vt:lpstr>13. SasSas.cs</vt:lpstr>
      <vt:lpstr>14. SasSpin.cs</vt:lpstr>
      <vt:lpstr>15. SasTable.cs</vt:lpstr>
      <vt:lpstr>16. SasComm_TLM.cs</vt:lpstr>
      <vt:lpstr>16. SasComm_TLM.cs</vt:lpstr>
      <vt:lpstr>17. SasComm_TLM.cs</vt:lpstr>
      <vt:lpstr>18. TimeoutMsg.cs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SAS Software Structure</dc:title>
  <dc:creator>Lenovo</dc:creator>
  <cp:lastModifiedBy>Lenovo</cp:lastModifiedBy>
  <cp:revision>13</cp:revision>
  <dcterms:created xsi:type="dcterms:W3CDTF">2020-02-12T05:05:24Z</dcterms:created>
  <dcterms:modified xsi:type="dcterms:W3CDTF">2020-02-12T07:40:06Z</dcterms:modified>
</cp:coreProperties>
</file>